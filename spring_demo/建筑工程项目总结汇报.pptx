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0"/>
  </p:notesMasterIdLst>
  <p:handoutMasterIdLst>
    <p:handoutMasterId r:id="rId21"/>
  </p:handoutMasterIdLst>
  <p:sldIdLst>
    <p:sldId id="264" r:id="rId3"/>
    <p:sldId id="265" r:id="rId4"/>
    <p:sldId id="266" r:id="rId5"/>
    <p:sldId id="5283" r:id="rId6"/>
    <p:sldId id="5280" r:id="rId7"/>
    <p:sldId id="267" r:id="rId8"/>
    <p:sldId id="986" r:id="rId9"/>
    <p:sldId id="5122" r:id="rId11"/>
    <p:sldId id="5260" r:id="rId12"/>
    <p:sldId id="268" r:id="rId13"/>
    <p:sldId id="5100" r:id="rId14"/>
    <p:sldId id="5426" r:id="rId15"/>
    <p:sldId id="270" r:id="rId16"/>
    <p:sldId id="5065" r:id="rId17"/>
    <p:sldId id="4289" r:id="rId18"/>
    <p:sldId id="263" r:id="rId19"/>
    <p:sldId id="5431" r:id="rId20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511" y="2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8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铁线黑-65简" panose="00020600040101010101" charset="-122"/>
              <a:ea typeface="汉仪铁线黑-65简" panose="00020600040101010101" charset="-122"/>
              <a:cs typeface="汉仪铁线黑-65简" panose="0002060004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rPr>
            </a:fld>
            <a:endParaRPr lang="zh-CN" altLang="en-US">
              <a:latin typeface="汉仪铁线黑-65简" panose="00020600040101010101" charset="-122"/>
              <a:ea typeface="汉仪铁线黑-65简" panose="00020600040101010101" charset="-122"/>
              <a:cs typeface="汉仪铁线黑-65简" panose="0002060004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铁线黑-65简" panose="00020600040101010101" charset="-122"/>
              <a:ea typeface="汉仪铁线黑-65简" panose="00020600040101010101" charset="-122"/>
              <a:cs typeface="汉仪铁线黑-65简" panose="0002060004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rPr>
            </a:fld>
            <a:endParaRPr lang="zh-CN" altLang="en-US">
              <a:latin typeface="汉仪铁线黑-65简" panose="00020600040101010101" charset="-122"/>
              <a:ea typeface="汉仪铁线黑-65简" panose="00020600040101010101" charset="-122"/>
              <a:cs typeface="汉仪铁线黑-65简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defRPr>
            </a:lvl1pPr>
          </a:lstStyle>
          <a:p>
            <a:fld id="{B5919877-10EC-4AC9-9F4D-A90AC646F22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defRPr>
            </a:lvl1pPr>
          </a:lstStyle>
          <a:p>
            <a:fld id="{3DBC6B09-343C-460A-B21D-75F9937C93B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铁线黑-65简" panose="00020600040101010101" charset="-122"/>
        <a:ea typeface="汉仪铁线黑-65简" panose="00020600040101010101" charset="-122"/>
        <a:cs typeface="汉仪铁线黑-65简" panose="0002060004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铁线黑-65简" panose="00020600040101010101" charset="-122"/>
        <a:ea typeface="汉仪铁线黑-65简" panose="00020600040101010101" charset="-122"/>
        <a:cs typeface="汉仪铁线黑-65简" panose="0002060004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铁线黑-65简" panose="00020600040101010101" charset="-122"/>
        <a:ea typeface="汉仪铁线黑-65简" panose="00020600040101010101" charset="-122"/>
        <a:cs typeface="汉仪铁线黑-65简" panose="0002060004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铁线黑-65简" panose="00020600040101010101" charset="-122"/>
        <a:ea typeface="汉仪铁线黑-65简" panose="00020600040101010101" charset="-122"/>
        <a:cs typeface="汉仪铁线黑-65简" panose="0002060004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铁线黑-65简" panose="00020600040101010101" charset="-122"/>
        <a:ea typeface="汉仪铁线黑-65简" panose="00020600040101010101" charset="-122"/>
        <a:cs typeface="汉仪铁线黑-65简" panose="0002060004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CFD3C-C4E7-47F5-9DBC-1B3C00BFE0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D49F-E7E7-4066-A69D-D26FB5F3C4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D874-E4ED-4C34-9E5B-51453EC397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D49F-E7E7-4066-A69D-D26FB5F3C4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D874-E4ED-4C34-9E5B-51453EC397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D49F-E7E7-4066-A69D-D26FB5F3C4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D874-E4ED-4C34-9E5B-51453EC397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D49F-E7E7-4066-A69D-D26FB5F3C4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D874-E4ED-4C34-9E5B-51453EC397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D49F-E7E7-4066-A69D-D26FB5F3C4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D874-E4ED-4C34-9E5B-51453EC397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/>
          <p:cNvSpPr/>
          <p:nvPr userDrawn="1"/>
        </p:nvSpPr>
        <p:spPr>
          <a:xfrm>
            <a:off x="11319510" y="3885565"/>
            <a:ext cx="872490" cy="2972435"/>
          </a:xfrm>
          <a:prstGeom prst="triangle">
            <a:avLst>
              <a:gd name="adj" fmla="val 100000"/>
            </a:avLst>
          </a:prstGeom>
          <a:gradFill>
            <a:gsLst>
              <a:gs pos="100000">
                <a:schemeClr val="accent1">
                  <a:alpha val="50000"/>
                </a:schemeClr>
              </a:gs>
              <a:gs pos="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铁线黑-65简" panose="00020600040101010101" charset="-122"/>
            </a:endParaRPr>
          </a:p>
        </p:txBody>
      </p:sp>
      <p:sp>
        <p:nvSpPr>
          <p:cNvPr id="8" name="平行四边形 7"/>
          <p:cNvSpPr/>
          <p:nvPr userDrawn="1"/>
        </p:nvSpPr>
        <p:spPr>
          <a:xfrm>
            <a:off x="10072370" y="0"/>
            <a:ext cx="903605" cy="1179830"/>
          </a:xfrm>
          <a:prstGeom prst="parallelogram">
            <a:avLst>
              <a:gd name="adj" fmla="val 31648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lumMod val="60000"/>
                  <a:lumOff val="40000"/>
                  <a:alpha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铁线黑-65简" panose="00020600040101010101" charset="-122"/>
            </a:endParaRPr>
          </a:p>
        </p:txBody>
      </p:sp>
      <p:sp>
        <p:nvSpPr>
          <p:cNvPr id="9" name="平行四边形 8"/>
          <p:cNvSpPr/>
          <p:nvPr userDrawn="1"/>
        </p:nvSpPr>
        <p:spPr>
          <a:xfrm>
            <a:off x="11057890" y="0"/>
            <a:ext cx="621030" cy="810895"/>
          </a:xfrm>
          <a:prstGeom prst="parallelogram">
            <a:avLst>
              <a:gd name="adj" fmla="val 31648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lumMod val="60000"/>
                  <a:lumOff val="40000"/>
                  <a:alpha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铁线黑-65简" panose="00020600040101010101" charset="-122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 flipH="1">
            <a:off x="11863070" y="4661535"/>
            <a:ext cx="328930" cy="117983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平行四边形 10"/>
          <p:cNvSpPr/>
          <p:nvPr userDrawn="1"/>
        </p:nvSpPr>
        <p:spPr>
          <a:xfrm>
            <a:off x="4999355" y="5474970"/>
            <a:ext cx="1189355" cy="1379220"/>
          </a:xfrm>
          <a:prstGeom prst="parallelogram">
            <a:avLst>
              <a:gd name="adj" fmla="val 33105"/>
            </a:avLst>
          </a:prstGeom>
          <a:gradFill>
            <a:gsLst>
              <a:gs pos="100000">
                <a:schemeClr val="accent1">
                  <a:alpha val="20000"/>
                </a:schemeClr>
              </a:gs>
              <a:gs pos="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铁线黑-65简" panose="00020600040101010101" charset="-122"/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6097270" y="5934710"/>
            <a:ext cx="1035685" cy="923290"/>
          </a:xfrm>
          <a:prstGeom prst="parallelogram">
            <a:avLst>
              <a:gd name="adj" fmla="val 28060"/>
            </a:avLst>
          </a:prstGeom>
          <a:gradFill>
            <a:gsLst>
              <a:gs pos="100000">
                <a:schemeClr val="accent1">
                  <a:alpha val="20000"/>
                </a:schemeClr>
              </a:gs>
              <a:gs pos="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铁线黑-65简" panose="00020600040101010101" charset="-122"/>
            </a:endParaRPr>
          </a:p>
        </p:txBody>
      </p:sp>
      <p:cxnSp>
        <p:nvCxnSpPr>
          <p:cNvPr id="13" name="直接连接符 12"/>
          <p:cNvCxnSpPr/>
          <p:nvPr userDrawn="1"/>
        </p:nvCxnSpPr>
        <p:spPr>
          <a:xfrm flipH="1">
            <a:off x="5544185" y="5841365"/>
            <a:ext cx="285750" cy="102362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任意多边形 13"/>
          <p:cNvSpPr/>
          <p:nvPr userDrawn="1"/>
        </p:nvSpPr>
        <p:spPr>
          <a:xfrm>
            <a:off x="-15875" y="-7620"/>
            <a:ext cx="6306820" cy="6858000"/>
          </a:xfrm>
          <a:custGeom>
            <a:avLst/>
            <a:gdLst>
              <a:gd name="adj" fmla="val 27886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9932" h="10800">
                <a:moveTo>
                  <a:pt x="1599" y="0"/>
                </a:moveTo>
                <a:lnTo>
                  <a:pt x="9932" y="0"/>
                </a:lnTo>
                <a:lnTo>
                  <a:pt x="6920" y="10800"/>
                </a:lnTo>
                <a:lnTo>
                  <a:pt x="0" y="10800"/>
                </a:lnTo>
                <a:lnTo>
                  <a:pt x="0" y="5733"/>
                </a:lnTo>
                <a:lnTo>
                  <a:pt x="1599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汉仪铁线黑-65简" panose="00020600040101010101" charset="-122"/>
            </a:endParaRPr>
          </a:p>
        </p:txBody>
      </p:sp>
      <p:sp>
        <p:nvSpPr>
          <p:cNvPr id="15" name="等腰三角形 14"/>
          <p:cNvSpPr/>
          <p:nvPr userDrawn="1"/>
        </p:nvSpPr>
        <p:spPr>
          <a:xfrm rot="10800000">
            <a:off x="0" y="0"/>
            <a:ext cx="497840" cy="1696085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铁线黑-65简" panose="00020600040101010101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/>
        </p:nvSpPr>
        <p:spPr>
          <a:xfrm>
            <a:off x="5742940" y="0"/>
            <a:ext cx="6449060" cy="6858000"/>
          </a:xfrm>
          <a:custGeom>
            <a:avLst/>
            <a:gdLst>
              <a:gd name="adj" fmla="val 27886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0156" h="10800">
                <a:moveTo>
                  <a:pt x="3012" y="0"/>
                </a:moveTo>
                <a:lnTo>
                  <a:pt x="10156" y="0"/>
                </a:lnTo>
                <a:lnTo>
                  <a:pt x="10156" y="4264"/>
                </a:lnTo>
                <a:lnTo>
                  <a:pt x="8333" y="10800"/>
                </a:lnTo>
                <a:lnTo>
                  <a:pt x="0" y="10800"/>
                </a:lnTo>
                <a:lnTo>
                  <a:pt x="301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汉仪铁线黑-65简" panose="00020600040101010101" charset="-122"/>
            </a:endParaRPr>
          </a:p>
        </p:txBody>
      </p:sp>
      <p:sp>
        <p:nvSpPr>
          <p:cNvPr id="8" name="平行四边形 7"/>
          <p:cNvSpPr/>
          <p:nvPr userDrawn="1"/>
        </p:nvSpPr>
        <p:spPr>
          <a:xfrm>
            <a:off x="5556250" y="0"/>
            <a:ext cx="1080135" cy="1039495"/>
          </a:xfrm>
          <a:prstGeom prst="parallelogram">
            <a:avLst>
              <a:gd name="adj" fmla="val 28978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lumMod val="60000"/>
                  <a:lumOff val="40000"/>
                  <a:alpha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铁线黑-65简" panose="00020600040101010101" charset="-122"/>
            </a:endParaRPr>
          </a:p>
        </p:txBody>
      </p:sp>
      <p:sp>
        <p:nvSpPr>
          <p:cNvPr id="9" name="平行四边形 8"/>
          <p:cNvSpPr/>
          <p:nvPr userDrawn="1"/>
        </p:nvSpPr>
        <p:spPr>
          <a:xfrm>
            <a:off x="6236335" y="-7620"/>
            <a:ext cx="948055" cy="2241550"/>
          </a:xfrm>
          <a:prstGeom prst="parallelogram">
            <a:avLst>
              <a:gd name="adj" fmla="val 64762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lumMod val="60000"/>
                  <a:lumOff val="40000"/>
                  <a:alpha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铁线黑-65简" panose="00020600040101010101" charset="-122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 flipH="1">
            <a:off x="6521450" y="-7620"/>
            <a:ext cx="378460" cy="1356995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平行四边形 11"/>
          <p:cNvSpPr/>
          <p:nvPr userDrawn="1"/>
        </p:nvSpPr>
        <p:spPr>
          <a:xfrm>
            <a:off x="316865" y="5804535"/>
            <a:ext cx="908050" cy="1053465"/>
          </a:xfrm>
          <a:prstGeom prst="parallelogram">
            <a:avLst>
              <a:gd name="adj" fmla="val 33105"/>
            </a:avLst>
          </a:prstGeom>
          <a:gradFill>
            <a:gsLst>
              <a:gs pos="100000">
                <a:schemeClr val="accent1">
                  <a:alpha val="20000"/>
                </a:schemeClr>
              </a:gs>
              <a:gs pos="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铁线黑-65简" panose="00020600040101010101" charset="-122"/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-3810" y="6153150"/>
            <a:ext cx="790575" cy="704850"/>
          </a:xfrm>
          <a:prstGeom prst="parallelogram">
            <a:avLst>
              <a:gd name="adj" fmla="val 28060"/>
            </a:avLst>
          </a:prstGeom>
          <a:gradFill>
            <a:gsLst>
              <a:gs pos="100000">
                <a:schemeClr val="accent1">
                  <a:alpha val="20000"/>
                </a:schemeClr>
              </a:gs>
              <a:gs pos="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铁线黑-65简" panose="00020600040101010101" charset="-122"/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 flipH="1">
            <a:off x="732790" y="6076315"/>
            <a:ext cx="218440" cy="781685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等腰三角形 14"/>
          <p:cNvSpPr/>
          <p:nvPr userDrawn="1"/>
        </p:nvSpPr>
        <p:spPr>
          <a:xfrm rot="10800000">
            <a:off x="0" y="0"/>
            <a:ext cx="497840" cy="1696085"/>
          </a:xfrm>
          <a:prstGeom prst="triangle">
            <a:avLst>
              <a:gd name="adj" fmla="val 100000"/>
            </a:avLst>
          </a:prstGeom>
          <a:gradFill flip="none" rotWithShape="1"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lumMod val="60000"/>
                  <a:lumOff val="40000"/>
                  <a:alpha val="5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铁线黑-65简" panose="00020600040101010101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 userDrawn="1"/>
        </p:nvSpPr>
        <p:spPr>
          <a:xfrm>
            <a:off x="11319448" y="3885601"/>
            <a:ext cx="872551" cy="2972399"/>
          </a:xfrm>
          <a:prstGeom prst="triangle">
            <a:avLst>
              <a:gd name="adj" fmla="val 10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铁线黑-65简" panose="00020600040101010101" charset="-122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 flipH="1">
            <a:off x="11566450" y="5501148"/>
            <a:ext cx="378546" cy="1356852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 flipH="1">
            <a:off x="10342334" y="0"/>
            <a:ext cx="378546" cy="1356852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平行四边形 8"/>
          <p:cNvSpPr/>
          <p:nvPr userDrawn="1"/>
        </p:nvSpPr>
        <p:spPr>
          <a:xfrm>
            <a:off x="10636293" y="0"/>
            <a:ext cx="1080101" cy="1039763"/>
          </a:xfrm>
          <a:prstGeom prst="parallelogram">
            <a:avLst>
              <a:gd name="adj" fmla="val 28978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lumMod val="60000"/>
                  <a:lumOff val="40000"/>
                  <a:alpha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铁线黑-65简" panose="00020600040101010101" charset="-122"/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-22225" y="0"/>
            <a:ext cx="5683885" cy="6858000"/>
          </a:xfrm>
          <a:custGeom>
            <a:avLst/>
            <a:gdLst>
              <a:gd name="adj" fmla="val 29024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8951" h="10800">
                <a:moveTo>
                  <a:pt x="1707" y="0"/>
                </a:moveTo>
                <a:lnTo>
                  <a:pt x="8951" y="0"/>
                </a:lnTo>
                <a:lnTo>
                  <a:pt x="5989" y="10800"/>
                </a:lnTo>
                <a:lnTo>
                  <a:pt x="0" y="10800"/>
                </a:lnTo>
                <a:lnTo>
                  <a:pt x="0" y="6223"/>
                </a:lnTo>
                <a:lnTo>
                  <a:pt x="170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汉仪铁线黑-65简" panose="00020600040101010101" charset="-122"/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4371506" y="5804566"/>
            <a:ext cx="908314" cy="1053434"/>
          </a:xfrm>
          <a:prstGeom prst="parallelogram">
            <a:avLst>
              <a:gd name="adj" fmla="val 33105"/>
            </a:avLst>
          </a:prstGeom>
          <a:gradFill>
            <a:gsLst>
              <a:gs pos="100000">
                <a:schemeClr val="accent1">
                  <a:alpha val="20000"/>
                </a:schemeClr>
              </a:gs>
              <a:gs pos="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汉仪铁线黑-65简" panose="00020600040101010101" charset="-122"/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934799" y="4940709"/>
            <a:ext cx="1228823" cy="1917291"/>
          </a:xfrm>
          <a:prstGeom prst="parallelogram">
            <a:avLst>
              <a:gd name="adj" fmla="val 47263"/>
            </a:avLst>
          </a:prstGeom>
          <a:gradFill>
            <a:gsLst>
              <a:gs pos="100000">
                <a:schemeClr val="accent1">
                  <a:alpha val="20000"/>
                </a:schemeClr>
              </a:gs>
              <a:gs pos="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铁线黑-65简" panose="00020600040101010101" charset="-122"/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 flipH="1">
            <a:off x="4787620" y="6076022"/>
            <a:ext cx="218163" cy="781978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平行四边形 4"/>
          <p:cNvSpPr/>
          <p:nvPr userDrawn="1"/>
        </p:nvSpPr>
        <p:spPr>
          <a:xfrm>
            <a:off x="10790286" y="0"/>
            <a:ext cx="903727" cy="1179871"/>
          </a:xfrm>
          <a:prstGeom prst="parallelogram">
            <a:avLst>
              <a:gd name="adj" fmla="val 31648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lumMod val="60000"/>
                  <a:lumOff val="40000"/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铁线黑-65简" panose="00020600040101010101" charset="-122"/>
            </a:endParaRPr>
          </a:p>
        </p:txBody>
      </p:sp>
      <p:sp>
        <p:nvSpPr>
          <p:cNvPr id="6" name="平行四边形 5"/>
          <p:cNvSpPr/>
          <p:nvPr userDrawn="1"/>
        </p:nvSpPr>
        <p:spPr>
          <a:xfrm>
            <a:off x="11570688" y="0"/>
            <a:ext cx="621312" cy="811161"/>
          </a:xfrm>
          <a:prstGeom prst="parallelogram">
            <a:avLst>
              <a:gd name="adj" fmla="val 31648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lumMod val="60000"/>
                  <a:lumOff val="40000"/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铁线黑-65简" panose="00020600040101010101" charset="-122"/>
            </a:endParaRPr>
          </a:p>
        </p:txBody>
      </p:sp>
      <p:sp>
        <p:nvSpPr>
          <p:cNvPr id="7" name="平行四边形 6"/>
          <p:cNvSpPr/>
          <p:nvPr userDrawn="1"/>
        </p:nvSpPr>
        <p:spPr>
          <a:xfrm>
            <a:off x="316937" y="5804566"/>
            <a:ext cx="908314" cy="1053434"/>
          </a:xfrm>
          <a:prstGeom prst="parallelogram">
            <a:avLst>
              <a:gd name="adj" fmla="val 33105"/>
            </a:avLst>
          </a:prstGeom>
          <a:gradFill>
            <a:gsLst>
              <a:gs pos="100000">
                <a:schemeClr val="accent1">
                  <a:alpha val="20000"/>
                </a:schemeClr>
              </a:gs>
              <a:gs pos="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铁线黑-65简" panose="00020600040101010101" charset="-122"/>
            </a:endParaRPr>
          </a:p>
        </p:txBody>
      </p:sp>
      <p:sp>
        <p:nvSpPr>
          <p:cNvPr id="8" name="平行四边形 7"/>
          <p:cNvSpPr/>
          <p:nvPr userDrawn="1"/>
        </p:nvSpPr>
        <p:spPr>
          <a:xfrm>
            <a:off x="-3572" y="6152883"/>
            <a:ext cx="790853" cy="705117"/>
          </a:xfrm>
          <a:prstGeom prst="parallelogram">
            <a:avLst>
              <a:gd name="adj" fmla="val 28060"/>
            </a:avLst>
          </a:prstGeom>
          <a:gradFill>
            <a:gsLst>
              <a:gs pos="100000">
                <a:schemeClr val="accent1">
                  <a:alpha val="20000"/>
                </a:schemeClr>
              </a:gs>
              <a:gs pos="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铁线黑-65简" panose="00020600040101010101" charset="-122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 flipH="1">
            <a:off x="733051" y="6076022"/>
            <a:ext cx="218163" cy="781978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 flipH="1">
            <a:off x="11883432" y="0"/>
            <a:ext cx="168657" cy="604527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D49F-E7E7-4066-A69D-D26FB5F3C4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D874-E4ED-4C34-9E5B-51453EC397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D49F-E7E7-4066-A69D-D26FB5F3C4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D874-E4ED-4C34-9E5B-51453EC397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D49F-E7E7-4066-A69D-D26FB5F3C4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D874-E4ED-4C34-9E5B-51453EC397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AD49F-E7E7-4066-A69D-D26FB5F3C4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D874-E4ED-4C34-9E5B-51453EC397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defRPr>
            </a:lvl1pPr>
          </a:lstStyle>
          <a:p>
            <a:fld id="{AE7AD49F-E7E7-4066-A69D-D26FB5F3C4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defRPr>
            </a:lvl1pPr>
          </a:lstStyle>
          <a:p>
            <a:fld id="{B62BD874-E4ED-4C34-9E5B-51453EC3972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汉仪铁线黑-65简" panose="00020600040101010101" charset="-122"/>
          <a:ea typeface="汉仪铁线黑-65简" panose="00020600040101010101" charset="-122"/>
          <a:cs typeface="汉仪铁线黑-65简" panose="00020600040101010101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汉仪铁线黑-65简" panose="00020600040101010101" charset="-122"/>
          <a:ea typeface="汉仪铁线黑-65简" panose="00020600040101010101" charset="-122"/>
          <a:cs typeface="汉仪铁线黑-65简" panose="00020600040101010101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汉仪铁线黑-65简" panose="00020600040101010101" charset="-122"/>
          <a:ea typeface="汉仪铁线黑-65简" panose="00020600040101010101" charset="-122"/>
          <a:cs typeface="汉仪铁线黑-65简" panose="00020600040101010101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汉仪铁线黑-65简" panose="00020600040101010101" charset="-122"/>
          <a:ea typeface="汉仪铁线黑-65简" panose="00020600040101010101" charset="-122"/>
          <a:cs typeface="汉仪铁线黑-65简" panose="00020600040101010101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汉仪铁线黑-65简" panose="00020600040101010101" charset="-122"/>
          <a:ea typeface="汉仪铁线黑-65简" panose="00020600040101010101" charset="-122"/>
          <a:cs typeface="汉仪铁线黑-65简" panose="00020600040101010101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汉仪铁线黑-65简" panose="00020600040101010101" charset="-122"/>
          <a:ea typeface="汉仪铁线黑-65简" panose="00020600040101010101" charset="-122"/>
          <a:cs typeface="汉仪铁线黑-65简" panose="0002060004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.jpe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3.jpeg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3.jpeg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3.jpeg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3.jpeg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.jpeg"/><Relationship Id="rId1" Type="http://schemas.openxmlformats.org/officeDocument/2006/relationships/tags" Target="../tags/tag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6"/>
          <p:cNvSpPr txBox="1"/>
          <p:nvPr/>
        </p:nvSpPr>
        <p:spPr>
          <a:xfrm>
            <a:off x="5643859" y="2614583"/>
            <a:ext cx="6383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4800" b="1" dirty="0">
                <a:solidFill>
                  <a:schemeClr val="accent1"/>
                </a:solidFill>
                <a:cs typeface="+mn-ea"/>
                <a:sym typeface="+mn-lt"/>
              </a:rPr>
              <a:t>建筑工程项目总结汇报</a:t>
            </a:r>
            <a:endParaRPr lang="en-US" altLang="zh-CN" sz="4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" name="文本框 8"/>
          <p:cNvSpPr txBox="1"/>
          <p:nvPr/>
        </p:nvSpPr>
        <p:spPr>
          <a:xfrm>
            <a:off x="8464811" y="1756988"/>
            <a:ext cx="3398019" cy="6491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b="1" dirty="0">
                <a:solidFill>
                  <a:schemeClr val="bg1"/>
                </a:solidFill>
                <a:cs typeface="+mn-ea"/>
                <a:sym typeface="+mn-lt"/>
              </a:rPr>
              <a:t>输入工程项目名称</a:t>
            </a:r>
            <a:endParaRPr lang="en-US" altLang="zh-CN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5721912" y="3557730"/>
            <a:ext cx="611987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5180965" y="3714750"/>
            <a:ext cx="6772275" cy="52197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dirty="0">
                <a:latin typeface="+mn-ea"/>
                <a:cs typeface="+mn-ea"/>
                <a:sym typeface="+mn-lt"/>
              </a:rPr>
              <a:t>Simply dummy text of the printing and typesetting industry printer took a galley of type and scrambled it to make a type specimen book</a:t>
            </a:r>
            <a:r>
              <a:rPr lang="en-US" altLang="zh-CN" sz="1400" dirty="0">
                <a:latin typeface="+mn-ea"/>
                <a:cs typeface="+mn-ea"/>
                <a:sym typeface="+mn-lt"/>
              </a:rPr>
              <a:t>.</a:t>
            </a:r>
            <a:endParaRPr lang="zh-CN" altLang="en-US" sz="1400" dirty="0">
              <a:latin typeface="+mn-ea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555347" y="4408821"/>
            <a:ext cx="1485900" cy="400110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汇报人：米多</a:t>
            </a:r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355891" y="4408821"/>
            <a:ext cx="1485900" cy="400110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部门：稻壳儿</a:t>
            </a:r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8" name="图片 7" descr="工厂的烟囱&#10;&#10;描述已自动生成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26" r="8183"/>
          <a:stretch>
            <a:fillRect/>
          </a:stretch>
        </p:blipFill>
        <p:spPr>
          <a:xfrm>
            <a:off x="-3810" y="0"/>
            <a:ext cx="6071870" cy="6858000"/>
          </a:xfrm>
          <a:custGeom>
            <a:avLst/>
            <a:gdLst>
              <a:gd name="connsiteX0" fmla="*/ 1908309 w 7199750"/>
              <a:gd name="connsiteY0" fmla="*/ 0 h 6843252"/>
              <a:gd name="connsiteX1" fmla="*/ 7199750 w 7199750"/>
              <a:gd name="connsiteY1" fmla="*/ 0 h 6843252"/>
              <a:gd name="connsiteX2" fmla="*/ 5291441 w 7199750"/>
              <a:gd name="connsiteY2" fmla="*/ 6843252 h 6843252"/>
              <a:gd name="connsiteX3" fmla="*/ 0 w 7199750"/>
              <a:gd name="connsiteY3" fmla="*/ 6843252 h 6843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44" h="10777">
                <a:moveTo>
                  <a:pt x="1211" y="0"/>
                </a:moveTo>
                <a:lnTo>
                  <a:pt x="9544" y="0"/>
                </a:lnTo>
                <a:lnTo>
                  <a:pt x="6538" y="10777"/>
                </a:lnTo>
                <a:lnTo>
                  <a:pt x="0" y="10777"/>
                </a:lnTo>
                <a:lnTo>
                  <a:pt x="0" y="4341"/>
                </a:lnTo>
                <a:lnTo>
                  <a:pt x="1211" y="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Text"/>
          <p:cNvSpPr txBox="1"/>
          <p:nvPr/>
        </p:nvSpPr>
        <p:spPr>
          <a:xfrm>
            <a:off x="2481799" y="1901880"/>
            <a:ext cx="297432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cs typeface="+mn-ea"/>
                <a:sym typeface="+mn-lt"/>
              </a:rPr>
              <a:t>项目现状概述</a:t>
            </a:r>
            <a:endParaRPr lang="en-US" altLang="zh-CN" sz="2800" b="1" dirty="0">
              <a:cs typeface="+mn-ea"/>
              <a:sym typeface="+mn-lt"/>
            </a:endParaRPr>
          </a:p>
        </p:txBody>
      </p:sp>
      <p:sp>
        <p:nvSpPr>
          <p:cNvPr id="3" name="Footer Text"/>
          <p:cNvSpPr txBox="1"/>
          <p:nvPr/>
        </p:nvSpPr>
        <p:spPr>
          <a:xfrm>
            <a:off x="2481799" y="2994789"/>
            <a:ext cx="297432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cs typeface="+mn-ea"/>
                <a:sym typeface="+mn-lt"/>
              </a:rPr>
              <a:t>项目进度展示</a:t>
            </a:r>
            <a:endParaRPr lang="en-US" altLang="zh-CN" sz="2800" b="1" dirty="0">
              <a:cs typeface="+mn-ea"/>
              <a:sym typeface="+mn-lt"/>
            </a:endParaRPr>
          </a:p>
        </p:txBody>
      </p:sp>
      <p:sp>
        <p:nvSpPr>
          <p:cNvPr id="4" name="Footer Text"/>
          <p:cNvSpPr txBox="1"/>
          <p:nvPr/>
        </p:nvSpPr>
        <p:spPr>
          <a:xfrm>
            <a:off x="666342" y="1899975"/>
            <a:ext cx="1523336" cy="43279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PART01</a:t>
            </a:r>
            <a:endParaRPr lang="en-US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Footer Text"/>
          <p:cNvSpPr txBox="1"/>
          <p:nvPr/>
        </p:nvSpPr>
        <p:spPr>
          <a:xfrm>
            <a:off x="666342" y="2993201"/>
            <a:ext cx="1523336" cy="43279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PART02</a:t>
            </a:r>
            <a:endParaRPr lang="en-US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Footer Text"/>
          <p:cNvSpPr txBox="1"/>
          <p:nvPr/>
        </p:nvSpPr>
        <p:spPr>
          <a:xfrm>
            <a:off x="2481799" y="4087698"/>
            <a:ext cx="297432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cs typeface="+mn-ea"/>
                <a:sym typeface="+mn-lt"/>
              </a:rPr>
              <a:t>当前存在的困难</a:t>
            </a:r>
            <a:endParaRPr lang="en-US" altLang="zh-CN" sz="2800" b="1" dirty="0">
              <a:cs typeface="+mn-ea"/>
              <a:sym typeface="+mn-lt"/>
            </a:endParaRPr>
          </a:p>
        </p:txBody>
      </p:sp>
      <p:sp>
        <p:nvSpPr>
          <p:cNvPr id="7" name="Footer Text"/>
          <p:cNvSpPr txBox="1"/>
          <p:nvPr/>
        </p:nvSpPr>
        <p:spPr>
          <a:xfrm>
            <a:off x="666342" y="4086427"/>
            <a:ext cx="1523336" cy="43279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PART03</a:t>
            </a:r>
            <a:endParaRPr lang="en-US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Footer Text"/>
          <p:cNvSpPr txBox="1"/>
          <p:nvPr/>
        </p:nvSpPr>
        <p:spPr>
          <a:xfrm>
            <a:off x="2481799" y="5180607"/>
            <a:ext cx="297432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cs typeface="+mn-ea"/>
                <a:sym typeface="+mn-lt"/>
              </a:rPr>
              <a:t>项目执行计划</a:t>
            </a:r>
            <a:endParaRPr lang="en-US" altLang="zh-CN" sz="2800" b="1" dirty="0">
              <a:cs typeface="+mn-ea"/>
              <a:sym typeface="+mn-lt"/>
            </a:endParaRPr>
          </a:p>
        </p:txBody>
      </p:sp>
      <p:sp>
        <p:nvSpPr>
          <p:cNvPr id="9" name="Footer Text"/>
          <p:cNvSpPr txBox="1"/>
          <p:nvPr/>
        </p:nvSpPr>
        <p:spPr>
          <a:xfrm>
            <a:off x="666342" y="5179654"/>
            <a:ext cx="1523336" cy="43279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PART04</a:t>
            </a:r>
            <a:endParaRPr lang="en-US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84852" y="431972"/>
            <a:ext cx="3946914" cy="76944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b="1" kern="100" dirty="0">
                <a:cs typeface="+mn-ea"/>
                <a:sym typeface="+mn-lt"/>
              </a:rPr>
              <a:t>目录</a:t>
            </a:r>
            <a:r>
              <a:rPr lang="en-US" altLang="zh-CN" sz="3600" b="1" kern="100" dirty="0">
                <a:cs typeface="+mn-ea"/>
                <a:sym typeface="+mn-lt"/>
              </a:rPr>
              <a:t>/CONTENTS</a:t>
            </a:r>
            <a:endParaRPr kumimoji="0" lang="zh-CN" altLang="zh-CN" sz="3600" b="1" i="0" u="none" strike="noStrike" kern="100" cap="none" spc="0" normalizeH="0" baseline="0" noProof="0" dirty="0">
              <a:ln>
                <a:noFill/>
              </a:ln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1" name="图片 10" descr="建筑的桥&#10;&#10;描述已自动生成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645"/>
          <a:stretch>
            <a:fillRect/>
          </a:stretch>
        </p:blipFill>
        <p:spPr>
          <a:xfrm>
            <a:off x="6096000" y="0"/>
            <a:ext cx="6096000" cy="6858000"/>
          </a:xfrm>
          <a:custGeom>
            <a:avLst/>
            <a:gdLst>
              <a:gd name="adj" fmla="val 273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" fmla="*/ q2 w 1"/>
              <a:gd name="it" fmla="*/ q2 h 1"/>
              <a:gd name="ir" fmla="+- r 0 il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cd4">
                <a:pos x="hc" y="y2"/>
              </a:cxn>
              <a:cxn ang="3cd4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 w="9600" h="10800">
                <a:moveTo>
                  <a:pt x="2954" y="0"/>
                </a:moveTo>
                <a:lnTo>
                  <a:pt x="9600" y="0"/>
                </a:lnTo>
                <a:lnTo>
                  <a:pt x="9600" y="10800"/>
                </a:lnTo>
                <a:lnTo>
                  <a:pt x="0" y="10800"/>
                </a:lnTo>
                <a:lnTo>
                  <a:pt x="2954" y="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8"/>
          <p:cNvSpPr txBox="1"/>
          <p:nvPr/>
        </p:nvSpPr>
        <p:spPr>
          <a:xfrm>
            <a:off x="5894231" y="3155275"/>
            <a:ext cx="4149421" cy="899577"/>
          </a:xfrm>
          <a:prstGeom prst="parallelogram">
            <a:avLst>
              <a:gd name="adj" fmla="val 28330"/>
            </a:avLst>
          </a:prstGeom>
          <a:solidFill>
            <a:schemeClr val="accent1"/>
          </a:solidFill>
        </p:spPr>
        <p:txBody>
          <a:bodyPr wrap="square" rtlCol="0" anchor="ctr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algn="ctr">
              <a:defRPr sz="4800">
                <a:solidFill>
                  <a:schemeClr val="bg1"/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000" b="1" dirty="0">
                <a:sym typeface="+mn-lt"/>
              </a:rPr>
              <a:t>项目现状概述</a:t>
            </a:r>
            <a:endParaRPr lang="en-US" altLang="zh-CN" sz="4000" b="1" dirty="0">
              <a:sym typeface="+mn-lt"/>
            </a:endParaRPr>
          </a:p>
        </p:txBody>
      </p:sp>
      <p:sp>
        <p:nvSpPr>
          <p:cNvPr id="3" name="文本框 32"/>
          <p:cNvSpPr txBox="1"/>
          <p:nvPr/>
        </p:nvSpPr>
        <p:spPr>
          <a:xfrm>
            <a:off x="6096000" y="2284095"/>
            <a:ext cx="3182620" cy="72199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3600" b="1" i="1" dirty="0">
                <a:cs typeface="+mn-ea"/>
                <a:sym typeface="+mn-lt"/>
              </a:rPr>
              <a:t>PART 01</a:t>
            </a:r>
            <a:endParaRPr lang="en-US" altLang="zh-CN" sz="3600" b="1" i="1" dirty="0">
              <a:cs typeface="+mn-ea"/>
              <a:sym typeface="+mn-lt"/>
            </a:endParaRPr>
          </a:p>
        </p:txBody>
      </p:sp>
      <p:sp>
        <p:nvSpPr>
          <p:cNvPr id="4" name="文本框 34"/>
          <p:cNvSpPr txBox="1"/>
          <p:nvPr/>
        </p:nvSpPr>
        <p:spPr>
          <a:xfrm>
            <a:off x="5772693" y="4222954"/>
            <a:ext cx="5391608" cy="5118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The user can demonstrate on a projector or computer, or print the presentation and make it into a film to be used in a wider field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1" name="图片 10" descr="城市的地标&#10;&#10;中度可信度描述已自动生成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6" r="40720"/>
          <a:stretch>
            <a:fillRect/>
          </a:stretch>
        </p:blipFill>
        <p:spPr>
          <a:xfrm>
            <a:off x="-26670" y="-635"/>
            <a:ext cx="5443220" cy="6858000"/>
          </a:xfrm>
          <a:custGeom>
            <a:avLst/>
            <a:gdLst>
              <a:gd name="connsiteX0" fmla="*/ 1906250 w 6016400"/>
              <a:gd name="connsiteY0" fmla="*/ 0 h 6858000"/>
              <a:gd name="connsiteX1" fmla="*/ 6016400 w 6016400"/>
              <a:gd name="connsiteY1" fmla="*/ 0 h 6858000"/>
              <a:gd name="connsiteX2" fmla="*/ 4103979 w 6016400"/>
              <a:gd name="connsiteY2" fmla="*/ 6858000 h 6858000"/>
              <a:gd name="connsiteX3" fmla="*/ 0 w 6016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72" h="10800">
                <a:moveTo>
                  <a:pt x="2100" y="0"/>
                </a:moveTo>
                <a:lnTo>
                  <a:pt x="8572" y="0"/>
                </a:lnTo>
                <a:lnTo>
                  <a:pt x="5561" y="10800"/>
                </a:lnTo>
                <a:lnTo>
                  <a:pt x="0" y="10800"/>
                </a:lnTo>
                <a:lnTo>
                  <a:pt x="0" y="7554"/>
                </a:lnTo>
                <a:lnTo>
                  <a:pt x="2100" y="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/>
          <p:cNvSpPr/>
          <p:nvPr/>
        </p:nvSpPr>
        <p:spPr>
          <a:xfrm>
            <a:off x="989682" y="1429729"/>
            <a:ext cx="4808952" cy="238398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>
              <a:cs typeface="+mn-ea"/>
              <a:sym typeface="+mn-lt"/>
            </a:endParaRPr>
          </a:p>
        </p:txBody>
      </p:sp>
      <p:sp>
        <p:nvSpPr>
          <p:cNvPr id="7" name="Shape"/>
          <p:cNvSpPr/>
          <p:nvPr/>
        </p:nvSpPr>
        <p:spPr>
          <a:xfrm>
            <a:off x="1419962" y="1709269"/>
            <a:ext cx="359498" cy="298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08" y="11211"/>
                </a:moveTo>
                <a:lnTo>
                  <a:pt x="10479" y="19405"/>
                </a:lnTo>
                <a:lnTo>
                  <a:pt x="3292" y="16770"/>
                </a:lnTo>
                <a:lnTo>
                  <a:pt x="6355" y="13563"/>
                </a:lnTo>
                <a:lnTo>
                  <a:pt x="10867" y="15218"/>
                </a:lnTo>
                <a:lnTo>
                  <a:pt x="15634" y="10230"/>
                </a:lnTo>
                <a:cubicBezTo>
                  <a:pt x="15634" y="10230"/>
                  <a:pt x="18308" y="11211"/>
                  <a:pt x="18308" y="11211"/>
                </a:cubicBezTo>
                <a:close/>
                <a:moveTo>
                  <a:pt x="3293" y="10388"/>
                </a:moveTo>
                <a:lnTo>
                  <a:pt x="11121" y="2195"/>
                </a:lnTo>
                <a:lnTo>
                  <a:pt x="18307" y="4830"/>
                </a:lnTo>
                <a:lnTo>
                  <a:pt x="10479" y="13023"/>
                </a:lnTo>
                <a:cubicBezTo>
                  <a:pt x="10479" y="13023"/>
                  <a:pt x="3293" y="10388"/>
                  <a:pt x="3293" y="10388"/>
                </a:cubicBezTo>
                <a:close/>
                <a:moveTo>
                  <a:pt x="21600" y="3984"/>
                </a:moveTo>
                <a:lnTo>
                  <a:pt x="10733" y="0"/>
                </a:lnTo>
                <a:lnTo>
                  <a:pt x="0" y="11233"/>
                </a:lnTo>
                <a:lnTo>
                  <a:pt x="4515" y="12889"/>
                </a:lnTo>
                <a:lnTo>
                  <a:pt x="0" y="17616"/>
                </a:lnTo>
                <a:lnTo>
                  <a:pt x="10867" y="21600"/>
                </a:lnTo>
                <a:lnTo>
                  <a:pt x="21600" y="10367"/>
                </a:lnTo>
                <a:lnTo>
                  <a:pt x="17085" y="8710"/>
                </a:lnTo>
                <a:cubicBezTo>
                  <a:pt x="17085" y="8710"/>
                  <a:pt x="21600" y="3984"/>
                  <a:pt x="21600" y="3984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5719" tIns="35719" rIns="35719" bIns="35719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>
              <a:cs typeface="+mn-ea"/>
              <a:sym typeface="+mn-lt"/>
            </a:endParaRP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1258242" y="2162918"/>
            <a:ext cx="4293369" cy="6750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95870" y="1695421"/>
            <a:ext cx="1917660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6461641" y="4338028"/>
            <a:ext cx="1506280" cy="3339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9418562" y="4383530"/>
            <a:ext cx="1506280" cy="3339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Shape 2916"/>
          <p:cNvSpPr/>
          <p:nvPr/>
        </p:nvSpPr>
        <p:spPr>
          <a:xfrm>
            <a:off x="989682" y="414625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597" y="10473"/>
                </a:moveTo>
                <a:lnTo>
                  <a:pt x="14600" y="10470"/>
                </a:lnTo>
                <a:lnTo>
                  <a:pt x="9691" y="5070"/>
                </a:lnTo>
                <a:lnTo>
                  <a:pt x="9688" y="5073"/>
                </a:lnTo>
                <a:cubicBezTo>
                  <a:pt x="9598" y="4974"/>
                  <a:pt x="9471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27"/>
                  <a:pt x="8887" y="5641"/>
                  <a:pt x="8967" y="5728"/>
                </a:cubicBezTo>
                <a:lnTo>
                  <a:pt x="8964" y="5730"/>
                </a:lnTo>
                <a:lnTo>
                  <a:pt x="13573" y="10800"/>
                </a:lnTo>
                <a:lnTo>
                  <a:pt x="8964" y="15870"/>
                </a:lnTo>
                <a:lnTo>
                  <a:pt x="8967" y="15873"/>
                </a:lnTo>
                <a:cubicBezTo>
                  <a:pt x="8887" y="15960"/>
                  <a:pt x="8836" y="16073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71" y="16691"/>
                  <a:pt x="9598" y="16627"/>
                  <a:pt x="9688" y="16527"/>
                </a:cubicBezTo>
                <a:lnTo>
                  <a:pt x="9691" y="16530"/>
                </a:lnTo>
                <a:lnTo>
                  <a:pt x="14600" y="11130"/>
                </a:lnTo>
                <a:lnTo>
                  <a:pt x="14597" y="11127"/>
                </a:lnTo>
                <a:cubicBezTo>
                  <a:pt x="14676" y="11041"/>
                  <a:pt x="14727" y="10927"/>
                  <a:pt x="14727" y="10800"/>
                </a:cubicBezTo>
                <a:cubicBezTo>
                  <a:pt x="14727" y="10673"/>
                  <a:pt x="14676" y="10559"/>
                  <a:pt x="14597" y="10473"/>
                </a:cubicBezTo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600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600">
              <a:solidFill>
                <a:schemeClr val="tx1"/>
              </a:solidFill>
              <a:latin typeface="汉仪铁线黑-65简" panose="00020600040101010101" charset="-122"/>
              <a:ea typeface="汉仪铁线黑-65简" panose="00020600040101010101" charset="-122"/>
              <a:cs typeface="+mn-ea"/>
              <a:sym typeface="+mn-lt"/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1420628" y="4019010"/>
            <a:ext cx="4220053" cy="6778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Shape 2916"/>
          <p:cNvSpPr/>
          <p:nvPr/>
        </p:nvSpPr>
        <p:spPr>
          <a:xfrm>
            <a:off x="989682" y="481193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597" y="10473"/>
                </a:moveTo>
                <a:lnTo>
                  <a:pt x="14600" y="10470"/>
                </a:lnTo>
                <a:lnTo>
                  <a:pt x="9691" y="5070"/>
                </a:lnTo>
                <a:lnTo>
                  <a:pt x="9688" y="5073"/>
                </a:lnTo>
                <a:cubicBezTo>
                  <a:pt x="9598" y="4974"/>
                  <a:pt x="9471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27"/>
                  <a:pt x="8887" y="5641"/>
                  <a:pt x="8967" y="5728"/>
                </a:cubicBezTo>
                <a:lnTo>
                  <a:pt x="8964" y="5730"/>
                </a:lnTo>
                <a:lnTo>
                  <a:pt x="13573" y="10800"/>
                </a:lnTo>
                <a:lnTo>
                  <a:pt x="8964" y="15870"/>
                </a:lnTo>
                <a:lnTo>
                  <a:pt x="8967" y="15873"/>
                </a:lnTo>
                <a:cubicBezTo>
                  <a:pt x="8887" y="15960"/>
                  <a:pt x="8836" y="16073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71" y="16691"/>
                  <a:pt x="9598" y="16627"/>
                  <a:pt x="9688" y="16527"/>
                </a:cubicBezTo>
                <a:lnTo>
                  <a:pt x="9691" y="16530"/>
                </a:lnTo>
                <a:lnTo>
                  <a:pt x="14600" y="11130"/>
                </a:lnTo>
                <a:lnTo>
                  <a:pt x="14597" y="11127"/>
                </a:lnTo>
                <a:cubicBezTo>
                  <a:pt x="14676" y="11041"/>
                  <a:pt x="14727" y="10927"/>
                  <a:pt x="14727" y="10800"/>
                </a:cubicBezTo>
                <a:cubicBezTo>
                  <a:pt x="14727" y="10673"/>
                  <a:pt x="14676" y="10559"/>
                  <a:pt x="14597" y="10473"/>
                </a:cubicBezTo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600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600">
              <a:solidFill>
                <a:schemeClr val="tx1"/>
              </a:solidFill>
              <a:latin typeface="汉仪铁线黑-65简" panose="00020600040101010101" charset="-122"/>
              <a:ea typeface="汉仪铁线黑-65简" panose="00020600040101010101" charset="-122"/>
              <a:cs typeface="+mn-ea"/>
              <a:sym typeface="+mn-lt"/>
            </a:endParaRP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1420628" y="4678430"/>
            <a:ext cx="4220053" cy="6778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Shape 2916"/>
          <p:cNvSpPr/>
          <p:nvPr/>
        </p:nvSpPr>
        <p:spPr>
          <a:xfrm>
            <a:off x="989682" y="550363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597" y="10473"/>
                </a:moveTo>
                <a:lnTo>
                  <a:pt x="14600" y="10470"/>
                </a:lnTo>
                <a:lnTo>
                  <a:pt x="9691" y="5070"/>
                </a:lnTo>
                <a:lnTo>
                  <a:pt x="9688" y="5073"/>
                </a:lnTo>
                <a:cubicBezTo>
                  <a:pt x="9598" y="4974"/>
                  <a:pt x="9471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27"/>
                  <a:pt x="8887" y="5641"/>
                  <a:pt x="8967" y="5728"/>
                </a:cubicBezTo>
                <a:lnTo>
                  <a:pt x="8964" y="5730"/>
                </a:lnTo>
                <a:lnTo>
                  <a:pt x="13573" y="10800"/>
                </a:lnTo>
                <a:lnTo>
                  <a:pt x="8964" y="15870"/>
                </a:lnTo>
                <a:lnTo>
                  <a:pt x="8967" y="15873"/>
                </a:lnTo>
                <a:cubicBezTo>
                  <a:pt x="8887" y="15960"/>
                  <a:pt x="8836" y="16073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71" y="16691"/>
                  <a:pt x="9598" y="16627"/>
                  <a:pt x="9688" y="16527"/>
                </a:cubicBezTo>
                <a:lnTo>
                  <a:pt x="9691" y="16530"/>
                </a:lnTo>
                <a:lnTo>
                  <a:pt x="14600" y="11130"/>
                </a:lnTo>
                <a:lnTo>
                  <a:pt x="14597" y="11127"/>
                </a:lnTo>
                <a:cubicBezTo>
                  <a:pt x="14676" y="11041"/>
                  <a:pt x="14727" y="10927"/>
                  <a:pt x="14727" y="10800"/>
                </a:cubicBezTo>
                <a:cubicBezTo>
                  <a:pt x="14727" y="10673"/>
                  <a:pt x="14676" y="10559"/>
                  <a:pt x="14597" y="10473"/>
                </a:cubicBezTo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600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600">
              <a:solidFill>
                <a:schemeClr val="tx1"/>
              </a:solidFill>
              <a:latin typeface="汉仪铁线黑-65简" panose="00020600040101010101" charset="-122"/>
              <a:ea typeface="汉仪铁线黑-65简" panose="00020600040101010101" charset="-122"/>
              <a:cs typeface="+mn-ea"/>
              <a:sym typeface="+mn-lt"/>
            </a:endParaRPr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1420628" y="5337849"/>
            <a:ext cx="4220053" cy="6778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6091503" y="4862675"/>
            <a:ext cx="2246556" cy="99822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Text Box 10"/>
          <p:cNvSpPr txBox="1">
            <a:spLocks noChangeArrowheads="1"/>
          </p:cNvSpPr>
          <p:nvPr/>
        </p:nvSpPr>
        <p:spPr bwMode="auto">
          <a:xfrm>
            <a:off x="9128864" y="4862675"/>
            <a:ext cx="2246556" cy="99822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1" name="图片 20" descr="建筑的桥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43" b="14998"/>
          <a:stretch>
            <a:fillRect/>
          </a:stretch>
        </p:blipFill>
        <p:spPr>
          <a:xfrm>
            <a:off x="6288611" y="1429729"/>
            <a:ext cx="4913707" cy="2383988"/>
          </a:xfrm>
          <a:prstGeom prst="rect">
            <a:avLst/>
          </a:prstGeom>
        </p:spPr>
      </p:pic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1258242" y="2932803"/>
            <a:ext cx="4293369" cy="6750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63616" y="271676"/>
            <a:ext cx="2631688" cy="586680"/>
          </a:xfrm>
          <a:prstGeom prst="parallelogram">
            <a:avLst>
              <a:gd name="adj" fmla="val 28330"/>
            </a:avLst>
          </a:prstGeom>
          <a:solidFill>
            <a:schemeClr val="accent1"/>
          </a:solidFill>
        </p:spPr>
        <p:txBody>
          <a:bodyPr wrap="square" rtlCol="0" anchor="ctr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algn="ctr">
              <a:defRPr sz="4800">
                <a:solidFill>
                  <a:schemeClr val="bg1"/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ym typeface="+mn-lt"/>
              </a:rPr>
              <a:t>项目现状概述</a:t>
            </a:r>
            <a:endParaRPr lang="en-US" altLang="zh-CN" sz="2400" b="1" dirty="0">
              <a:sym typeface="+mn-lt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196256" y="271676"/>
            <a:ext cx="346018" cy="586680"/>
            <a:chOff x="2966054" y="271676"/>
            <a:chExt cx="336570" cy="570661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2" name="平行四边形 31"/>
            <p:cNvSpPr/>
            <p:nvPr/>
          </p:nvSpPr>
          <p:spPr>
            <a:xfrm>
              <a:off x="3095303" y="271676"/>
              <a:ext cx="207321" cy="570661"/>
            </a:xfrm>
            <a:prstGeom prst="parallelogram">
              <a:avLst>
                <a:gd name="adj" fmla="val 77065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汉仪铁线黑-65简" panose="00020600040101010101" charset="-122"/>
              </a:endParaRPr>
            </a:p>
          </p:txBody>
        </p:sp>
        <p:sp>
          <p:nvSpPr>
            <p:cNvPr id="33" name="平行四边形 32"/>
            <p:cNvSpPr/>
            <p:nvPr/>
          </p:nvSpPr>
          <p:spPr>
            <a:xfrm>
              <a:off x="2966054" y="271676"/>
              <a:ext cx="258499" cy="570661"/>
            </a:xfrm>
            <a:prstGeom prst="parallelogram">
              <a:avLst>
                <a:gd name="adj" fmla="val 62494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汉仪铁线黑-65简" panose="00020600040101010101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>
            <a:off x="1112532" y="1596189"/>
            <a:ext cx="5139033" cy="2162740"/>
          </a:xfrm>
          <a:prstGeom prst="rect">
            <a:avLst/>
          </a:prstGeom>
          <a:noFill/>
          <a:ln w="12700">
            <a:solidFill>
              <a:schemeClr val="accent1"/>
            </a:solidFill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>
              <a:cs typeface="+mn-ea"/>
              <a:sym typeface="+mn-lt"/>
            </a:endParaRPr>
          </a:p>
        </p:txBody>
      </p:sp>
      <p:sp>
        <p:nvSpPr>
          <p:cNvPr id="6" name="Shape"/>
          <p:cNvSpPr/>
          <p:nvPr/>
        </p:nvSpPr>
        <p:spPr>
          <a:xfrm>
            <a:off x="1542813" y="1797672"/>
            <a:ext cx="359498" cy="298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08" y="11211"/>
                </a:moveTo>
                <a:lnTo>
                  <a:pt x="10479" y="19405"/>
                </a:lnTo>
                <a:lnTo>
                  <a:pt x="3292" y="16770"/>
                </a:lnTo>
                <a:lnTo>
                  <a:pt x="6355" y="13563"/>
                </a:lnTo>
                <a:lnTo>
                  <a:pt x="10867" y="15218"/>
                </a:lnTo>
                <a:lnTo>
                  <a:pt x="15634" y="10230"/>
                </a:lnTo>
                <a:cubicBezTo>
                  <a:pt x="15634" y="10230"/>
                  <a:pt x="18308" y="11211"/>
                  <a:pt x="18308" y="11211"/>
                </a:cubicBezTo>
                <a:close/>
                <a:moveTo>
                  <a:pt x="3293" y="10388"/>
                </a:moveTo>
                <a:lnTo>
                  <a:pt x="11121" y="2195"/>
                </a:lnTo>
                <a:lnTo>
                  <a:pt x="18307" y="4830"/>
                </a:lnTo>
                <a:lnTo>
                  <a:pt x="10479" y="13023"/>
                </a:lnTo>
                <a:cubicBezTo>
                  <a:pt x="10479" y="13023"/>
                  <a:pt x="3293" y="10388"/>
                  <a:pt x="3293" y="10388"/>
                </a:cubicBezTo>
                <a:close/>
                <a:moveTo>
                  <a:pt x="21600" y="3984"/>
                </a:moveTo>
                <a:lnTo>
                  <a:pt x="10733" y="0"/>
                </a:lnTo>
                <a:lnTo>
                  <a:pt x="0" y="11233"/>
                </a:lnTo>
                <a:lnTo>
                  <a:pt x="4515" y="12889"/>
                </a:lnTo>
                <a:lnTo>
                  <a:pt x="0" y="17616"/>
                </a:lnTo>
                <a:lnTo>
                  <a:pt x="10867" y="21600"/>
                </a:lnTo>
                <a:lnTo>
                  <a:pt x="21600" y="10367"/>
                </a:lnTo>
                <a:lnTo>
                  <a:pt x="17085" y="8710"/>
                </a:lnTo>
                <a:cubicBezTo>
                  <a:pt x="17085" y="8710"/>
                  <a:pt x="21600" y="3984"/>
                  <a:pt x="21600" y="398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5719" tIns="35719" rIns="35719" bIns="35719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>
              <a:cs typeface="+mn-ea"/>
              <a:sym typeface="+mn-lt"/>
            </a:endParaRP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1470161" y="2184754"/>
            <a:ext cx="4439983" cy="6778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018721" y="1783824"/>
            <a:ext cx="1917660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1470161" y="2883587"/>
            <a:ext cx="4439983" cy="6778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112533" y="4809423"/>
            <a:ext cx="2315184" cy="13267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1112533" y="4319153"/>
            <a:ext cx="1506280" cy="4014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3936381" y="4809423"/>
            <a:ext cx="2315184" cy="13267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3936381" y="4319153"/>
            <a:ext cx="1506280" cy="4014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7" name="图片 16" descr="图片包含 人, 户外, 男人, 棒球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16"/>
          <a:stretch>
            <a:fillRect/>
          </a:stretch>
        </p:blipFill>
        <p:spPr>
          <a:xfrm>
            <a:off x="6681847" y="1596189"/>
            <a:ext cx="4212895" cy="2157645"/>
          </a:xfrm>
          <a:prstGeom prst="rect">
            <a:avLst/>
          </a:prstGeom>
        </p:spPr>
      </p:pic>
      <p:pic>
        <p:nvPicPr>
          <p:cNvPr id="19" name="图片 18" descr="人在轨道上&#10;&#10;中度可信度描述已自动生成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95" b="6521"/>
          <a:stretch>
            <a:fillRect/>
          </a:stretch>
        </p:blipFill>
        <p:spPr>
          <a:xfrm>
            <a:off x="6681847" y="3965343"/>
            <a:ext cx="4212895" cy="215764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63616" y="271676"/>
            <a:ext cx="2631688" cy="586680"/>
          </a:xfrm>
          <a:prstGeom prst="parallelogram">
            <a:avLst>
              <a:gd name="adj" fmla="val 28330"/>
            </a:avLst>
          </a:prstGeom>
          <a:solidFill>
            <a:schemeClr val="accent1"/>
          </a:solidFill>
        </p:spPr>
        <p:txBody>
          <a:bodyPr wrap="square" rtlCol="0" anchor="ctr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algn="ctr">
              <a:defRPr sz="4800">
                <a:solidFill>
                  <a:schemeClr val="bg1"/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ym typeface="+mn-lt"/>
              </a:rPr>
              <a:t>项目现状概述</a:t>
            </a:r>
            <a:endParaRPr lang="en-US" altLang="zh-CN" sz="2400" b="1" dirty="0">
              <a:sym typeface="+mn-lt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96256" y="271676"/>
            <a:ext cx="346018" cy="586680"/>
            <a:chOff x="2966054" y="271676"/>
            <a:chExt cx="336570" cy="570661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2" name="平行四边形 21"/>
            <p:cNvSpPr/>
            <p:nvPr/>
          </p:nvSpPr>
          <p:spPr>
            <a:xfrm>
              <a:off x="3095303" y="271676"/>
              <a:ext cx="207321" cy="570661"/>
            </a:xfrm>
            <a:prstGeom prst="parallelogram">
              <a:avLst>
                <a:gd name="adj" fmla="val 77065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汉仪铁线黑-65简" panose="00020600040101010101" charset="-122"/>
              </a:endParaRPr>
            </a:p>
          </p:txBody>
        </p:sp>
        <p:sp>
          <p:nvSpPr>
            <p:cNvPr id="23" name="平行四边形 22"/>
            <p:cNvSpPr/>
            <p:nvPr/>
          </p:nvSpPr>
          <p:spPr>
            <a:xfrm>
              <a:off x="2966054" y="271676"/>
              <a:ext cx="258499" cy="570661"/>
            </a:xfrm>
            <a:prstGeom prst="parallelogram">
              <a:avLst>
                <a:gd name="adj" fmla="val 62494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汉仪铁线黑-65简" panose="00020600040101010101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8"/>
          <p:cNvSpPr txBox="1"/>
          <p:nvPr/>
        </p:nvSpPr>
        <p:spPr>
          <a:xfrm>
            <a:off x="5894231" y="3155275"/>
            <a:ext cx="4149421" cy="899577"/>
          </a:xfrm>
          <a:prstGeom prst="parallelogram">
            <a:avLst>
              <a:gd name="adj" fmla="val 28330"/>
            </a:avLst>
          </a:prstGeom>
          <a:solidFill>
            <a:schemeClr val="accent1"/>
          </a:solidFill>
        </p:spPr>
        <p:txBody>
          <a:bodyPr wrap="square" rtlCol="0" anchor="ctr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algn="ctr">
              <a:defRPr sz="4800">
                <a:solidFill>
                  <a:schemeClr val="bg1"/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000" b="1" dirty="0">
                <a:sym typeface="+mn-lt"/>
              </a:rPr>
              <a:t>项目进度展示</a:t>
            </a:r>
            <a:endParaRPr lang="en-US" altLang="zh-CN" sz="4000" b="1" dirty="0">
              <a:sym typeface="+mn-lt"/>
            </a:endParaRPr>
          </a:p>
        </p:txBody>
      </p:sp>
      <p:sp>
        <p:nvSpPr>
          <p:cNvPr id="3" name="文本框 32"/>
          <p:cNvSpPr txBox="1"/>
          <p:nvPr/>
        </p:nvSpPr>
        <p:spPr>
          <a:xfrm>
            <a:off x="6096000" y="2284095"/>
            <a:ext cx="3816985" cy="72199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3600" b="1" i="1" dirty="0">
                <a:cs typeface="+mn-ea"/>
                <a:sym typeface="+mn-lt"/>
              </a:rPr>
              <a:t>PART 02</a:t>
            </a:r>
            <a:endParaRPr lang="en-US" altLang="zh-CN" sz="3600" b="1" i="1" dirty="0">
              <a:cs typeface="+mn-ea"/>
              <a:sym typeface="+mn-lt"/>
            </a:endParaRPr>
          </a:p>
        </p:txBody>
      </p:sp>
      <p:sp>
        <p:nvSpPr>
          <p:cNvPr id="4" name="文本框 34"/>
          <p:cNvSpPr txBox="1"/>
          <p:nvPr/>
        </p:nvSpPr>
        <p:spPr>
          <a:xfrm>
            <a:off x="5772693" y="4222954"/>
            <a:ext cx="5391608" cy="82804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14000"/>
              </a:lnSpc>
              <a:buClrTx/>
              <a:buSzTx/>
              <a:buFontTx/>
            </a:pP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The user can demonstrate on a projector or computer, or print the presentation and make it into a film to be used in a wider field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1" name="图片 10" descr="城市的地标&#10;&#10;中度可信度描述已自动生成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6" r="40720"/>
          <a:stretch>
            <a:fillRect/>
          </a:stretch>
        </p:blipFill>
        <p:spPr>
          <a:xfrm>
            <a:off x="-26670" y="-635"/>
            <a:ext cx="5443220" cy="6858000"/>
          </a:xfrm>
          <a:custGeom>
            <a:avLst/>
            <a:gdLst>
              <a:gd name="connsiteX0" fmla="*/ 1906250 w 6016400"/>
              <a:gd name="connsiteY0" fmla="*/ 0 h 6858000"/>
              <a:gd name="connsiteX1" fmla="*/ 6016400 w 6016400"/>
              <a:gd name="connsiteY1" fmla="*/ 0 h 6858000"/>
              <a:gd name="connsiteX2" fmla="*/ 4103979 w 6016400"/>
              <a:gd name="connsiteY2" fmla="*/ 6858000 h 6858000"/>
              <a:gd name="connsiteX3" fmla="*/ 0 w 6016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72" h="10800">
                <a:moveTo>
                  <a:pt x="2100" y="0"/>
                </a:moveTo>
                <a:lnTo>
                  <a:pt x="8572" y="0"/>
                </a:lnTo>
                <a:lnTo>
                  <a:pt x="5561" y="10800"/>
                </a:lnTo>
                <a:lnTo>
                  <a:pt x="0" y="10800"/>
                </a:lnTo>
                <a:lnTo>
                  <a:pt x="0" y="7554"/>
                </a:lnTo>
                <a:lnTo>
                  <a:pt x="2100" y="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1272217" y="1672684"/>
            <a:ext cx="3743750" cy="463819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600">
              <a:cs typeface="+mn-ea"/>
              <a:sym typeface="+mn-lt"/>
            </a:endParaRPr>
          </a:p>
        </p:txBody>
      </p:sp>
      <p:sp>
        <p:nvSpPr>
          <p:cNvPr id="3" name="Shape"/>
          <p:cNvSpPr/>
          <p:nvPr/>
        </p:nvSpPr>
        <p:spPr>
          <a:xfrm>
            <a:off x="2977162" y="2322497"/>
            <a:ext cx="445373" cy="4453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00" y="14850"/>
                </a:moveTo>
                <a:cubicBezTo>
                  <a:pt x="17597" y="14850"/>
                  <a:pt x="18000" y="14447"/>
                  <a:pt x="18000" y="13950"/>
                </a:cubicBezTo>
                <a:cubicBezTo>
                  <a:pt x="18000" y="13453"/>
                  <a:pt x="17597" y="13050"/>
                  <a:pt x="17100" y="13050"/>
                </a:cubicBezTo>
                <a:cubicBezTo>
                  <a:pt x="16603" y="13050"/>
                  <a:pt x="16200" y="13453"/>
                  <a:pt x="16200" y="13950"/>
                </a:cubicBezTo>
                <a:cubicBezTo>
                  <a:pt x="16200" y="14447"/>
                  <a:pt x="16603" y="14850"/>
                  <a:pt x="17100" y="14850"/>
                </a:cubicBezTo>
                <a:close/>
                <a:moveTo>
                  <a:pt x="19800" y="16200"/>
                </a:moveTo>
                <a:lnTo>
                  <a:pt x="14400" y="16200"/>
                </a:lnTo>
                <a:lnTo>
                  <a:pt x="14400" y="11700"/>
                </a:lnTo>
                <a:lnTo>
                  <a:pt x="19800" y="11701"/>
                </a:lnTo>
                <a:cubicBezTo>
                  <a:pt x="19800" y="11701"/>
                  <a:pt x="19800" y="16200"/>
                  <a:pt x="19800" y="16200"/>
                </a:cubicBezTo>
                <a:close/>
                <a:moveTo>
                  <a:pt x="17999" y="19800"/>
                </a:moveTo>
                <a:lnTo>
                  <a:pt x="1800" y="19800"/>
                </a:lnTo>
                <a:lnTo>
                  <a:pt x="1800" y="8101"/>
                </a:lnTo>
                <a:lnTo>
                  <a:pt x="17999" y="8101"/>
                </a:lnTo>
                <a:lnTo>
                  <a:pt x="17999" y="9900"/>
                </a:lnTo>
                <a:lnTo>
                  <a:pt x="12600" y="9900"/>
                </a:lnTo>
                <a:lnTo>
                  <a:pt x="12600" y="18000"/>
                </a:lnTo>
                <a:lnTo>
                  <a:pt x="17999" y="18000"/>
                </a:lnTo>
                <a:cubicBezTo>
                  <a:pt x="17999" y="18000"/>
                  <a:pt x="17999" y="19800"/>
                  <a:pt x="17999" y="19800"/>
                </a:cubicBezTo>
                <a:close/>
                <a:moveTo>
                  <a:pt x="14400" y="2700"/>
                </a:moveTo>
                <a:lnTo>
                  <a:pt x="14400" y="6300"/>
                </a:lnTo>
                <a:lnTo>
                  <a:pt x="4050" y="6300"/>
                </a:lnTo>
                <a:cubicBezTo>
                  <a:pt x="4050" y="6300"/>
                  <a:pt x="14400" y="2700"/>
                  <a:pt x="14400" y="2700"/>
                </a:cubicBezTo>
                <a:close/>
                <a:moveTo>
                  <a:pt x="19799" y="9900"/>
                </a:moveTo>
                <a:lnTo>
                  <a:pt x="19799" y="6301"/>
                </a:lnTo>
                <a:lnTo>
                  <a:pt x="16200" y="6300"/>
                </a:lnTo>
                <a:lnTo>
                  <a:pt x="16200" y="0"/>
                </a:lnTo>
                <a:lnTo>
                  <a:pt x="0" y="5851"/>
                </a:lnTo>
                <a:lnTo>
                  <a:pt x="0" y="21600"/>
                </a:lnTo>
                <a:lnTo>
                  <a:pt x="19799" y="21600"/>
                </a:lnTo>
                <a:lnTo>
                  <a:pt x="19799" y="18000"/>
                </a:lnTo>
                <a:lnTo>
                  <a:pt x="21600" y="18000"/>
                </a:lnTo>
                <a:lnTo>
                  <a:pt x="21600" y="9901"/>
                </a:lnTo>
                <a:cubicBezTo>
                  <a:pt x="21600" y="9901"/>
                  <a:pt x="19799" y="9900"/>
                  <a:pt x="19799" y="990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Text Box 10"/>
          <p:cNvSpPr txBox="1">
            <a:spLocks noChangeArrowheads="1"/>
          </p:cNvSpPr>
          <p:nvPr/>
        </p:nvSpPr>
        <p:spPr bwMode="auto">
          <a:xfrm>
            <a:off x="5618001" y="4989487"/>
            <a:ext cx="5301782" cy="13213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528793" y="4455272"/>
            <a:ext cx="39036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请根据您的实际情况进行替换或更改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674137" y="3521177"/>
            <a:ext cx="3051422" cy="10009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123342" y="3110569"/>
            <a:ext cx="2153012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1674137" y="4666321"/>
            <a:ext cx="3051422" cy="10009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5" name="图片 14" descr="图片包含 桌子, 户外, 建筑, 草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001" y="1672684"/>
            <a:ext cx="5301782" cy="2650891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63616" y="271676"/>
            <a:ext cx="2631688" cy="586680"/>
          </a:xfrm>
          <a:prstGeom prst="parallelogram">
            <a:avLst>
              <a:gd name="adj" fmla="val 28330"/>
            </a:avLst>
          </a:prstGeom>
          <a:solidFill>
            <a:schemeClr val="accent1"/>
          </a:solidFill>
        </p:spPr>
        <p:txBody>
          <a:bodyPr wrap="square" rtlCol="0" anchor="ctr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algn="ctr">
              <a:defRPr sz="4800">
                <a:solidFill>
                  <a:schemeClr val="bg1"/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ym typeface="+mn-lt"/>
              </a:rPr>
              <a:t>项目进度展示</a:t>
            </a:r>
            <a:endParaRPr lang="en-US" altLang="zh-CN" sz="2400" b="1" dirty="0"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96256" y="271676"/>
            <a:ext cx="346018" cy="586680"/>
            <a:chOff x="2966054" y="271676"/>
            <a:chExt cx="336570" cy="570661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9" name="平行四边形 18"/>
            <p:cNvSpPr/>
            <p:nvPr/>
          </p:nvSpPr>
          <p:spPr>
            <a:xfrm>
              <a:off x="3095303" y="271676"/>
              <a:ext cx="207321" cy="570661"/>
            </a:xfrm>
            <a:prstGeom prst="parallelogram">
              <a:avLst>
                <a:gd name="adj" fmla="val 77065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汉仪铁线黑-65简" panose="00020600040101010101" charset="-122"/>
              </a:endParaRPr>
            </a:p>
          </p:txBody>
        </p:sp>
        <p:sp>
          <p:nvSpPr>
            <p:cNvPr id="20" name="平行四边形 19"/>
            <p:cNvSpPr/>
            <p:nvPr/>
          </p:nvSpPr>
          <p:spPr>
            <a:xfrm>
              <a:off x="2966054" y="271676"/>
              <a:ext cx="258499" cy="570661"/>
            </a:xfrm>
            <a:prstGeom prst="parallelogram">
              <a:avLst>
                <a:gd name="adj" fmla="val 62494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汉仪铁线黑-65简" panose="00020600040101010101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8"/>
          <p:cNvSpPr/>
          <p:nvPr/>
        </p:nvSpPr>
        <p:spPr>
          <a:xfrm>
            <a:off x="8022503" y="1620194"/>
            <a:ext cx="3370653" cy="1254381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8575">
            <a:noFill/>
          </a:ln>
          <a:effectLst>
            <a:outerShdw blurRad="241300" dist="38100" dir="5400000" algn="t" rotWithShape="0">
              <a:schemeClr val="bg1">
                <a:lumMod val="50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" name="Rounded Rectangle 18"/>
          <p:cNvSpPr/>
          <p:nvPr/>
        </p:nvSpPr>
        <p:spPr>
          <a:xfrm>
            <a:off x="8022503" y="3458222"/>
            <a:ext cx="3370653" cy="1254381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8575">
            <a:noFill/>
          </a:ln>
          <a:effectLst>
            <a:outerShdw blurRad="241300" dist="38100" dir="5400000" algn="t" rotWithShape="0">
              <a:schemeClr val="bg1">
                <a:lumMod val="50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128760" y="1750740"/>
            <a:ext cx="3158138" cy="993289"/>
            <a:chOff x="1380894" y="2712229"/>
            <a:chExt cx="2918589" cy="993289"/>
          </a:xfrm>
        </p:grpSpPr>
        <p:sp>
          <p:nvSpPr>
            <p:cNvPr id="5" name="Text Box 10"/>
            <p:cNvSpPr txBox="1">
              <a:spLocks noChangeArrowheads="1"/>
            </p:cNvSpPr>
            <p:nvPr/>
          </p:nvSpPr>
          <p:spPr bwMode="auto">
            <a:xfrm>
              <a:off x="1421088" y="3030461"/>
              <a:ext cx="2849463" cy="67505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0960" tIns="30480" rIns="60960" bIns="304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50975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cs typeface="+mn-ea"/>
                  <a:sym typeface="+mn-lt"/>
                </a:rPr>
                <a:t>本模板内所有图片及字体仅供参考，请根据您的实际情况进行替换或更改。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380894" y="2712229"/>
              <a:ext cx="291858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输入小标题</a:t>
              </a:r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128760" y="3588768"/>
            <a:ext cx="3158138" cy="993289"/>
            <a:chOff x="1380894" y="2712229"/>
            <a:chExt cx="2918589" cy="993289"/>
          </a:xfrm>
        </p:grpSpPr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1421088" y="3030461"/>
              <a:ext cx="2849463" cy="67505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0960" tIns="30480" rIns="60960" bIns="304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50975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cs typeface="+mn-ea"/>
                  <a:sym typeface="+mn-lt"/>
                </a:rPr>
                <a:t>本模板内所有图片及字体仅供参考，请根据您的实际情况进行替换或更改。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380894" y="2712229"/>
              <a:ext cx="291858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输入小标题</a:t>
              </a:r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8" name="Rounded Rectangle 14"/>
          <p:cNvSpPr/>
          <p:nvPr/>
        </p:nvSpPr>
        <p:spPr>
          <a:xfrm>
            <a:off x="4410674" y="1620194"/>
            <a:ext cx="3370653" cy="1254381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8575">
            <a:noFill/>
          </a:ln>
          <a:effectLst>
            <a:outerShdw blurRad="241300" dist="38100" dir="5400000" algn="t" rotWithShape="0">
              <a:schemeClr val="accent1">
                <a:alpha val="2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Rounded Rectangle 14"/>
          <p:cNvSpPr/>
          <p:nvPr/>
        </p:nvSpPr>
        <p:spPr>
          <a:xfrm>
            <a:off x="4490581" y="3458222"/>
            <a:ext cx="3210838" cy="1254381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8575">
            <a:noFill/>
          </a:ln>
          <a:effectLst>
            <a:outerShdw blurRad="241300" dist="38100" dir="5400000" algn="t" rotWithShape="0">
              <a:schemeClr val="accent1">
                <a:alpha val="2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4516931" y="1750740"/>
            <a:ext cx="3158138" cy="993289"/>
            <a:chOff x="1380894" y="2712229"/>
            <a:chExt cx="2918589" cy="993289"/>
          </a:xfrm>
        </p:grpSpPr>
        <p:sp>
          <p:nvSpPr>
            <p:cNvPr id="21" name="Text Box 10"/>
            <p:cNvSpPr txBox="1">
              <a:spLocks noChangeArrowheads="1"/>
            </p:cNvSpPr>
            <p:nvPr/>
          </p:nvSpPr>
          <p:spPr bwMode="auto">
            <a:xfrm>
              <a:off x="1421088" y="3030461"/>
              <a:ext cx="2849463" cy="67505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0960" tIns="30480" rIns="60960" bIns="304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50975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cs typeface="+mn-ea"/>
                  <a:sym typeface="+mn-lt"/>
                </a:rPr>
                <a:t>本模板内所有图片及字体仅供参考，请根据您的实际情况进行替换或更改。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380894" y="2712229"/>
              <a:ext cx="291858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输入小标题</a:t>
              </a:r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3" name="Rounded Rectangle 14"/>
          <p:cNvSpPr/>
          <p:nvPr/>
        </p:nvSpPr>
        <p:spPr>
          <a:xfrm>
            <a:off x="4410674" y="3458222"/>
            <a:ext cx="3370653" cy="1254381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8575">
            <a:noFill/>
          </a:ln>
          <a:effectLst>
            <a:outerShdw blurRad="241300" dist="38100" dir="5400000" algn="t" rotWithShape="0">
              <a:schemeClr val="accent1">
                <a:alpha val="2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516931" y="3588768"/>
            <a:ext cx="3158138" cy="993289"/>
            <a:chOff x="1380894" y="2712229"/>
            <a:chExt cx="2918589" cy="993289"/>
          </a:xfrm>
        </p:grpSpPr>
        <p:sp>
          <p:nvSpPr>
            <p:cNvPr id="25" name="Text Box 10"/>
            <p:cNvSpPr txBox="1">
              <a:spLocks noChangeArrowheads="1"/>
            </p:cNvSpPr>
            <p:nvPr/>
          </p:nvSpPr>
          <p:spPr bwMode="auto">
            <a:xfrm>
              <a:off x="1421088" y="3030461"/>
              <a:ext cx="2849463" cy="67505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0960" tIns="30480" rIns="60960" bIns="304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450975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cs typeface="+mn-ea"/>
                  <a:sym typeface="+mn-lt"/>
                </a:rPr>
                <a:t>本模板内所有图片及字体仅供参考，请根据您的实际情况进行替换或更改。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380894" y="2712229"/>
              <a:ext cx="291858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输入小标题</a:t>
              </a:r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7" name="Text Box 10"/>
          <p:cNvSpPr txBox="1">
            <a:spLocks noChangeArrowheads="1"/>
          </p:cNvSpPr>
          <p:nvPr/>
        </p:nvSpPr>
        <p:spPr bwMode="auto">
          <a:xfrm>
            <a:off x="798846" y="5030835"/>
            <a:ext cx="10776120" cy="99822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29" name="图片 28" descr="工厂的烟囱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48" b="11540"/>
          <a:stretch>
            <a:fillRect/>
          </a:stretch>
        </p:blipFill>
        <p:spPr>
          <a:xfrm>
            <a:off x="936409" y="1620194"/>
            <a:ext cx="2963564" cy="3092409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463616" y="271676"/>
            <a:ext cx="2631688" cy="586680"/>
          </a:xfrm>
          <a:prstGeom prst="parallelogram">
            <a:avLst>
              <a:gd name="adj" fmla="val 28330"/>
            </a:avLst>
          </a:prstGeom>
          <a:solidFill>
            <a:schemeClr val="accent1"/>
          </a:solidFill>
        </p:spPr>
        <p:txBody>
          <a:bodyPr wrap="square" rtlCol="0" anchor="ctr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algn="ctr">
              <a:defRPr sz="4800">
                <a:solidFill>
                  <a:schemeClr val="bg1"/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ym typeface="+mn-lt"/>
              </a:rPr>
              <a:t>项目进度展示</a:t>
            </a:r>
            <a:endParaRPr lang="en-US" altLang="zh-CN" sz="2400" b="1" dirty="0">
              <a:sym typeface="+mn-lt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96256" y="271676"/>
            <a:ext cx="346018" cy="586680"/>
            <a:chOff x="2966054" y="271676"/>
            <a:chExt cx="336570" cy="570661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2" name="平行四边形 31"/>
            <p:cNvSpPr/>
            <p:nvPr/>
          </p:nvSpPr>
          <p:spPr>
            <a:xfrm>
              <a:off x="3095303" y="271676"/>
              <a:ext cx="207321" cy="570661"/>
            </a:xfrm>
            <a:prstGeom prst="parallelogram">
              <a:avLst>
                <a:gd name="adj" fmla="val 77065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汉仪铁线黑-65简" panose="00020600040101010101" charset="-122"/>
              </a:endParaRPr>
            </a:p>
          </p:txBody>
        </p:sp>
        <p:sp>
          <p:nvSpPr>
            <p:cNvPr id="33" name="平行四边形 32"/>
            <p:cNvSpPr/>
            <p:nvPr/>
          </p:nvSpPr>
          <p:spPr>
            <a:xfrm>
              <a:off x="2966054" y="271676"/>
              <a:ext cx="258499" cy="570661"/>
            </a:xfrm>
            <a:prstGeom prst="parallelogram">
              <a:avLst>
                <a:gd name="adj" fmla="val 62494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汉仪铁线黑-65简" panose="00020600040101010101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6"/>
          <p:cNvSpPr/>
          <p:nvPr/>
        </p:nvSpPr>
        <p:spPr>
          <a:xfrm>
            <a:off x="946300" y="4197447"/>
            <a:ext cx="245535" cy="24553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45714" tIns="22857" rIns="45714" bIns="22857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 sz="1000">
              <a:cs typeface="+mn-ea"/>
              <a:sym typeface="+mn-lt"/>
            </a:endParaRPr>
          </a:p>
        </p:txBody>
      </p:sp>
      <p:sp>
        <p:nvSpPr>
          <p:cNvPr id="3" name="Oval 71"/>
          <p:cNvSpPr/>
          <p:nvPr/>
        </p:nvSpPr>
        <p:spPr>
          <a:xfrm>
            <a:off x="4496326" y="4197447"/>
            <a:ext cx="245535" cy="24553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45714" tIns="22857" rIns="45714" bIns="22857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 sz="1000">
              <a:cs typeface="+mn-ea"/>
              <a:sym typeface="+mn-lt"/>
            </a:endParaRPr>
          </a:p>
        </p:txBody>
      </p:sp>
      <p:sp>
        <p:nvSpPr>
          <p:cNvPr id="4" name="Oval 76"/>
          <p:cNvSpPr/>
          <p:nvPr/>
        </p:nvSpPr>
        <p:spPr>
          <a:xfrm>
            <a:off x="946300" y="5284824"/>
            <a:ext cx="245535" cy="24553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45714" tIns="22857" rIns="45714" bIns="22857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 sz="1000">
              <a:cs typeface="+mn-ea"/>
              <a:sym typeface="+mn-lt"/>
            </a:endParaRPr>
          </a:p>
        </p:txBody>
      </p:sp>
      <p:sp>
        <p:nvSpPr>
          <p:cNvPr id="5" name="Oval 81"/>
          <p:cNvSpPr/>
          <p:nvPr/>
        </p:nvSpPr>
        <p:spPr>
          <a:xfrm>
            <a:off x="4496326" y="5284824"/>
            <a:ext cx="245535" cy="24553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45714" tIns="22857" rIns="45714" bIns="22857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vi-VN" sz="1000">
              <a:cs typeface="+mn-ea"/>
              <a:sym typeface="+mn-lt"/>
            </a:endParaRP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905972" y="1351645"/>
            <a:ext cx="6552620" cy="13267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。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Rounded Rectangle 21"/>
          <p:cNvSpPr/>
          <p:nvPr/>
        </p:nvSpPr>
        <p:spPr>
          <a:xfrm>
            <a:off x="940550" y="2977319"/>
            <a:ext cx="6518042" cy="773599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endParaRPr lang="en-US" sz="2400" dirty="0"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40550" y="3009822"/>
            <a:ext cx="6563558" cy="708592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1450975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905972" y="4485626"/>
            <a:ext cx="3046268" cy="6778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16311" y="4148185"/>
            <a:ext cx="157829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4412323" y="4485626"/>
            <a:ext cx="3046268" cy="6778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822662" y="4148185"/>
            <a:ext cx="157829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905972" y="5556208"/>
            <a:ext cx="3046268" cy="6778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316311" y="5218767"/>
            <a:ext cx="157829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4412323" y="5556208"/>
            <a:ext cx="3046268" cy="6778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822662" y="5218767"/>
            <a:ext cx="157829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9" name="图片 18" descr="戴帽子的男人在厨房里&#10;&#10;低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4447" y="1505414"/>
            <a:ext cx="3371582" cy="4728608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463616" y="271676"/>
            <a:ext cx="2631688" cy="586680"/>
          </a:xfrm>
          <a:prstGeom prst="parallelogram">
            <a:avLst>
              <a:gd name="adj" fmla="val 28330"/>
            </a:avLst>
          </a:prstGeom>
          <a:solidFill>
            <a:schemeClr val="accent1"/>
          </a:solidFill>
        </p:spPr>
        <p:txBody>
          <a:bodyPr wrap="square" rtlCol="0" anchor="ctr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algn="ctr">
              <a:defRPr sz="4800">
                <a:solidFill>
                  <a:schemeClr val="bg1"/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ym typeface="+mn-lt"/>
              </a:rPr>
              <a:t>项目进度展示</a:t>
            </a:r>
            <a:endParaRPr lang="en-US" altLang="zh-CN" sz="2400" b="1" dirty="0">
              <a:sym typeface="+mn-lt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96256" y="271676"/>
            <a:ext cx="346018" cy="586680"/>
            <a:chOff x="2966054" y="271676"/>
            <a:chExt cx="336570" cy="570661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4" name="平行四边形 23"/>
            <p:cNvSpPr/>
            <p:nvPr/>
          </p:nvSpPr>
          <p:spPr>
            <a:xfrm>
              <a:off x="3095303" y="271676"/>
              <a:ext cx="207321" cy="570661"/>
            </a:xfrm>
            <a:prstGeom prst="parallelogram">
              <a:avLst>
                <a:gd name="adj" fmla="val 77065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汉仪铁线黑-65简" panose="00020600040101010101" charset="-122"/>
              </a:endParaRPr>
            </a:p>
          </p:txBody>
        </p:sp>
        <p:sp>
          <p:nvSpPr>
            <p:cNvPr id="25" name="平行四边形 24"/>
            <p:cNvSpPr/>
            <p:nvPr/>
          </p:nvSpPr>
          <p:spPr>
            <a:xfrm>
              <a:off x="2966054" y="271676"/>
              <a:ext cx="258499" cy="570661"/>
            </a:xfrm>
            <a:prstGeom prst="parallelogram">
              <a:avLst>
                <a:gd name="adj" fmla="val 62494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汉仪铁线黑-65简" panose="00020600040101010101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8"/>
          <p:cNvSpPr txBox="1"/>
          <p:nvPr/>
        </p:nvSpPr>
        <p:spPr>
          <a:xfrm>
            <a:off x="5894231" y="3158698"/>
            <a:ext cx="4826649" cy="892731"/>
          </a:xfrm>
          <a:prstGeom prst="parallelogram">
            <a:avLst>
              <a:gd name="adj" fmla="val 28330"/>
            </a:avLst>
          </a:prstGeom>
          <a:solidFill>
            <a:schemeClr val="accent1"/>
          </a:solidFill>
        </p:spPr>
        <p:txBody>
          <a:bodyPr wrap="square" rtlCol="0" anchor="ctr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algn="ctr">
              <a:defRPr sz="4800">
                <a:solidFill>
                  <a:schemeClr val="bg1"/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000" b="1" dirty="0">
                <a:sym typeface="+mn-lt"/>
              </a:rPr>
              <a:t>当前存在的困难</a:t>
            </a:r>
            <a:endParaRPr lang="en-US" altLang="zh-CN" sz="4000" b="1" dirty="0">
              <a:sym typeface="+mn-lt"/>
            </a:endParaRPr>
          </a:p>
        </p:txBody>
      </p:sp>
      <p:sp>
        <p:nvSpPr>
          <p:cNvPr id="3" name="文本框 32"/>
          <p:cNvSpPr txBox="1"/>
          <p:nvPr/>
        </p:nvSpPr>
        <p:spPr>
          <a:xfrm>
            <a:off x="6096000" y="2284095"/>
            <a:ext cx="4718685" cy="72199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3600" b="1" i="1" dirty="0">
                <a:cs typeface="+mn-ea"/>
                <a:sym typeface="+mn-lt"/>
              </a:rPr>
              <a:t>PART 03</a:t>
            </a:r>
            <a:endParaRPr lang="en-US" altLang="zh-CN" sz="3600" b="1" i="1" dirty="0">
              <a:cs typeface="+mn-ea"/>
              <a:sym typeface="+mn-lt"/>
            </a:endParaRPr>
          </a:p>
        </p:txBody>
      </p:sp>
      <p:sp>
        <p:nvSpPr>
          <p:cNvPr id="4" name="文本框 34"/>
          <p:cNvSpPr txBox="1"/>
          <p:nvPr/>
        </p:nvSpPr>
        <p:spPr>
          <a:xfrm>
            <a:off x="5772693" y="4222954"/>
            <a:ext cx="5391608" cy="82804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14000"/>
              </a:lnSpc>
              <a:buClrTx/>
              <a:buSzTx/>
              <a:buFontTx/>
            </a:pP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The user can demonstrate on a projector or computer, or print the presentation and make it into a film to be used in a wider field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1" name="图片 10" descr="城市的地标&#10;&#10;中度可信度描述已自动生成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6" r="40720"/>
          <a:stretch>
            <a:fillRect/>
          </a:stretch>
        </p:blipFill>
        <p:spPr>
          <a:xfrm>
            <a:off x="-26670" y="-635"/>
            <a:ext cx="5443220" cy="6858000"/>
          </a:xfrm>
          <a:custGeom>
            <a:avLst/>
            <a:gdLst>
              <a:gd name="connsiteX0" fmla="*/ 1906250 w 6016400"/>
              <a:gd name="connsiteY0" fmla="*/ 0 h 6858000"/>
              <a:gd name="connsiteX1" fmla="*/ 6016400 w 6016400"/>
              <a:gd name="connsiteY1" fmla="*/ 0 h 6858000"/>
              <a:gd name="connsiteX2" fmla="*/ 4103979 w 6016400"/>
              <a:gd name="connsiteY2" fmla="*/ 6858000 h 6858000"/>
              <a:gd name="connsiteX3" fmla="*/ 0 w 6016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72" h="10800">
                <a:moveTo>
                  <a:pt x="2100" y="0"/>
                </a:moveTo>
                <a:lnTo>
                  <a:pt x="8572" y="0"/>
                </a:lnTo>
                <a:lnTo>
                  <a:pt x="5561" y="10800"/>
                </a:lnTo>
                <a:lnTo>
                  <a:pt x="0" y="10800"/>
                </a:lnTo>
                <a:lnTo>
                  <a:pt x="0" y="7554"/>
                </a:lnTo>
                <a:lnTo>
                  <a:pt x="2100" y="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4"/>
          <p:cNvSpPr/>
          <p:nvPr/>
        </p:nvSpPr>
        <p:spPr>
          <a:xfrm>
            <a:off x="1109857" y="1735084"/>
            <a:ext cx="489125" cy="4891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 sz="36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3" name="Freeform 20"/>
          <p:cNvSpPr>
            <a:spLocks noChangeAspect="1" noEditPoints="1"/>
          </p:cNvSpPr>
          <p:nvPr/>
        </p:nvSpPr>
        <p:spPr bwMode="auto">
          <a:xfrm>
            <a:off x="1201294" y="1835649"/>
            <a:ext cx="306251" cy="287997"/>
          </a:xfrm>
          <a:custGeom>
            <a:avLst/>
            <a:gdLst>
              <a:gd name="T0" fmla="*/ 64 w 128"/>
              <a:gd name="T1" fmla="*/ 0 h 120"/>
              <a:gd name="T2" fmla="*/ 128 w 128"/>
              <a:gd name="T3" fmla="*/ 64 h 120"/>
              <a:gd name="T4" fmla="*/ 95 w 128"/>
              <a:gd name="T5" fmla="*/ 120 h 120"/>
              <a:gd name="T6" fmla="*/ 33 w 128"/>
              <a:gd name="T7" fmla="*/ 120 h 120"/>
              <a:gd name="T8" fmla="*/ 0 w 128"/>
              <a:gd name="T9" fmla="*/ 64 h 120"/>
              <a:gd name="T10" fmla="*/ 64 w 128"/>
              <a:gd name="T11" fmla="*/ 0 h 120"/>
              <a:gd name="T12" fmla="*/ 100 w 128"/>
              <a:gd name="T13" fmla="*/ 100 h 120"/>
              <a:gd name="T14" fmla="*/ 115 w 128"/>
              <a:gd name="T15" fmla="*/ 64 h 120"/>
              <a:gd name="T16" fmla="*/ 104 w 128"/>
              <a:gd name="T17" fmla="*/ 64 h 120"/>
              <a:gd name="T18" fmla="*/ 104 w 128"/>
              <a:gd name="T19" fmla="*/ 56 h 120"/>
              <a:gd name="T20" fmla="*/ 115 w 128"/>
              <a:gd name="T21" fmla="*/ 56 h 120"/>
              <a:gd name="T22" fmla="*/ 109 w 128"/>
              <a:gd name="T23" fmla="*/ 40 h 120"/>
              <a:gd name="T24" fmla="*/ 96 w 128"/>
              <a:gd name="T25" fmla="*/ 40 h 120"/>
              <a:gd name="T26" fmla="*/ 96 w 128"/>
              <a:gd name="T27" fmla="*/ 32 h 120"/>
              <a:gd name="T28" fmla="*/ 104 w 128"/>
              <a:gd name="T29" fmla="*/ 32 h 120"/>
              <a:gd name="T30" fmla="*/ 100 w 128"/>
              <a:gd name="T31" fmla="*/ 28 h 120"/>
              <a:gd name="T32" fmla="*/ 80 w 128"/>
              <a:gd name="T33" fmla="*/ 15 h 120"/>
              <a:gd name="T34" fmla="*/ 80 w 128"/>
              <a:gd name="T35" fmla="*/ 24 h 120"/>
              <a:gd name="T36" fmla="*/ 72 w 128"/>
              <a:gd name="T37" fmla="*/ 24 h 120"/>
              <a:gd name="T38" fmla="*/ 72 w 128"/>
              <a:gd name="T39" fmla="*/ 13 h 120"/>
              <a:gd name="T40" fmla="*/ 64 w 128"/>
              <a:gd name="T41" fmla="*/ 13 h 120"/>
              <a:gd name="T42" fmla="*/ 56 w 128"/>
              <a:gd name="T43" fmla="*/ 13 h 120"/>
              <a:gd name="T44" fmla="*/ 56 w 128"/>
              <a:gd name="T45" fmla="*/ 24 h 120"/>
              <a:gd name="T46" fmla="*/ 48 w 128"/>
              <a:gd name="T47" fmla="*/ 24 h 120"/>
              <a:gd name="T48" fmla="*/ 48 w 128"/>
              <a:gd name="T49" fmla="*/ 15 h 120"/>
              <a:gd name="T50" fmla="*/ 28 w 128"/>
              <a:gd name="T51" fmla="*/ 28 h 120"/>
              <a:gd name="T52" fmla="*/ 24 w 128"/>
              <a:gd name="T53" fmla="*/ 32 h 120"/>
              <a:gd name="T54" fmla="*/ 32 w 128"/>
              <a:gd name="T55" fmla="*/ 32 h 120"/>
              <a:gd name="T56" fmla="*/ 32 w 128"/>
              <a:gd name="T57" fmla="*/ 40 h 120"/>
              <a:gd name="T58" fmla="*/ 19 w 128"/>
              <a:gd name="T59" fmla="*/ 40 h 120"/>
              <a:gd name="T60" fmla="*/ 13 w 128"/>
              <a:gd name="T61" fmla="*/ 56 h 120"/>
              <a:gd name="T62" fmla="*/ 24 w 128"/>
              <a:gd name="T63" fmla="*/ 56 h 120"/>
              <a:gd name="T64" fmla="*/ 24 w 128"/>
              <a:gd name="T65" fmla="*/ 64 h 120"/>
              <a:gd name="T66" fmla="*/ 13 w 128"/>
              <a:gd name="T67" fmla="*/ 64 h 120"/>
              <a:gd name="T68" fmla="*/ 28 w 128"/>
              <a:gd name="T69" fmla="*/ 100 h 120"/>
              <a:gd name="T70" fmla="*/ 32 w 128"/>
              <a:gd name="T71" fmla="*/ 104 h 120"/>
              <a:gd name="T72" fmla="*/ 56 w 128"/>
              <a:gd name="T73" fmla="*/ 104 h 120"/>
              <a:gd name="T74" fmla="*/ 61 w 128"/>
              <a:gd name="T75" fmla="*/ 40 h 120"/>
              <a:gd name="T76" fmla="*/ 67 w 128"/>
              <a:gd name="T77" fmla="*/ 40 h 120"/>
              <a:gd name="T78" fmla="*/ 72 w 128"/>
              <a:gd name="T79" fmla="*/ 104 h 120"/>
              <a:gd name="T80" fmla="*/ 96 w 128"/>
              <a:gd name="T81" fmla="*/ 104 h 120"/>
              <a:gd name="T82" fmla="*/ 100 w 128"/>
              <a:gd name="T83" fmla="*/ 10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8" h="120">
                <a:moveTo>
                  <a:pt x="64" y="0"/>
                </a:moveTo>
                <a:cubicBezTo>
                  <a:pt x="99" y="0"/>
                  <a:pt x="128" y="29"/>
                  <a:pt x="128" y="64"/>
                </a:cubicBezTo>
                <a:cubicBezTo>
                  <a:pt x="128" y="88"/>
                  <a:pt x="115" y="109"/>
                  <a:pt x="95" y="120"/>
                </a:cubicBezTo>
                <a:cubicBezTo>
                  <a:pt x="33" y="120"/>
                  <a:pt x="33" y="120"/>
                  <a:pt x="33" y="120"/>
                </a:cubicBezTo>
                <a:cubicBezTo>
                  <a:pt x="13" y="109"/>
                  <a:pt x="0" y="88"/>
                  <a:pt x="0" y="64"/>
                </a:cubicBezTo>
                <a:cubicBezTo>
                  <a:pt x="0" y="29"/>
                  <a:pt x="29" y="0"/>
                  <a:pt x="64" y="0"/>
                </a:cubicBezTo>
                <a:close/>
                <a:moveTo>
                  <a:pt x="100" y="100"/>
                </a:moveTo>
                <a:cubicBezTo>
                  <a:pt x="110" y="91"/>
                  <a:pt x="115" y="78"/>
                  <a:pt x="115" y="64"/>
                </a:cubicBezTo>
                <a:cubicBezTo>
                  <a:pt x="104" y="64"/>
                  <a:pt x="104" y="64"/>
                  <a:pt x="104" y="64"/>
                </a:cubicBezTo>
                <a:cubicBezTo>
                  <a:pt x="104" y="56"/>
                  <a:pt x="104" y="56"/>
                  <a:pt x="104" y="56"/>
                </a:cubicBezTo>
                <a:cubicBezTo>
                  <a:pt x="115" y="56"/>
                  <a:pt x="115" y="56"/>
                  <a:pt x="115" y="56"/>
                </a:cubicBezTo>
                <a:cubicBezTo>
                  <a:pt x="114" y="50"/>
                  <a:pt x="112" y="45"/>
                  <a:pt x="109" y="40"/>
                </a:cubicBezTo>
                <a:cubicBezTo>
                  <a:pt x="96" y="40"/>
                  <a:pt x="96" y="40"/>
                  <a:pt x="96" y="40"/>
                </a:cubicBezTo>
                <a:cubicBezTo>
                  <a:pt x="96" y="32"/>
                  <a:pt x="96" y="32"/>
                  <a:pt x="96" y="32"/>
                </a:cubicBezTo>
                <a:cubicBezTo>
                  <a:pt x="104" y="32"/>
                  <a:pt x="104" y="32"/>
                  <a:pt x="104" y="32"/>
                </a:cubicBezTo>
                <a:cubicBezTo>
                  <a:pt x="103" y="31"/>
                  <a:pt x="102" y="29"/>
                  <a:pt x="100" y="28"/>
                </a:cubicBezTo>
                <a:cubicBezTo>
                  <a:pt x="94" y="22"/>
                  <a:pt x="88" y="18"/>
                  <a:pt x="80" y="15"/>
                </a:cubicBezTo>
                <a:cubicBezTo>
                  <a:pt x="80" y="24"/>
                  <a:pt x="80" y="24"/>
                  <a:pt x="80" y="24"/>
                </a:cubicBezTo>
                <a:cubicBezTo>
                  <a:pt x="72" y="24"/>
                  <a:pt x="72" y="24"/>
                  <a:pt x="72" y="24"/>
                </a:cubicBezTo>
                <a:cubicBezTo>
                  <a:pt x="72" y="13"/>
                  <a:pt x="72" y="13"/>
                  <a:pt x="72" y="13"/>
                </a:cubicBezTo>
                <a:cubicBezTo>
                  <a:pt x="69" y="13"/>
                  <a:pt x="67" y="13"/>
                  <a:pt x="64" y="13"/>
                </a:cubicBezTo>
                <a:cubicBezTo>
                  <a:pt x="61" y="13"/>
                  <a:pt x="59" y="13"/>
                  <a:pt x="56" y="13"/>
                </a:cubicBezTo>
                <a:cubicBezTo>
                  <a:pt x="56" y="24"/>
                  <a:pt x="56" y="24"/>
                  <a:pt x="56" y="24"/>
                </a:cubicBezTo>
                <a:cubicBezTo>
                  <a:pt x="48" y="24"/>
                  <a:pt x="48" y="24"/>
                  <a:pt x="48" y="24"/>
                </a:cubicBezTo>
                <a:cubicBezTo>
                  <a:pt x="48" y="15"/>
                  <a:pt x="48" y="15"/>
                  <a:pt x="48" y="15"/>
                </a:cubicBezTo>
                <a:cubicBezTo>
                  <a:pt x="40" y="18"/>
                  <a:pt x="34" y="22"/>
                  <a:pt x="28" y="28"/>
                </a:cubicBezTo>
                <a:cubicBezTo>
                  <a:pt x="26" y="29"/>
                  <a:pt x="25" y="31"/>
                  <a:pt x="24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2" y="40"/>
                  <a:pt x="32" y="40"/>
                  <a:pt x="32" y="40"/>
                </a:cubicBezTo>
                <a:cubicBezTo>
                  <a:pt x="19" y="40"/>
                  <a:pt x="19" y="40"/>
                  <a:pt x="19" y="40"/>
                </a:cubicBezTo>
                <a:cubicBezTo>
                  <a:pt x="16" y="45"/>
                  <a:pt x="14" y="50"/>
                  <a:pt x="13" y="56"/>
                </a:cubicBezTo>
                <a:cubicBezTo>
                  <a:pt x="24" y="56"/>
                  <a:pt x="24" y="56"/>
                  <a:pt x="24" y="56"/>
                </a:cubicBezTo>
                <a:cubicBezTo>
                  <a:pt x="24" y="64"/>
                  <a:pt x="24" y="64"/>
                  <a:pt x="24" y="64"/>
                </a:cubicBezTo>
                <a:cubicBezTo>
                  <a:pt x="13" y="64"/>
                  <a:pt x="13" y="64"/>
                  <a:pt x="13" y="64"/>
                </a:cubicBezTo>
                <a:cubicBezTo>
                  <a:pt x="13" y="78"/>
                  <a:pt x="18" y="91"/>
                  <a:pt x="28" y="100"/>
                </a:cubicBezTo>
                <a:cubicBezTo>
                  <a:pt x="29" y="102"/>
                  <a:pt x="30" y="103"/>
                  <a:pt x="32" y="104"/>
                </a:cubicBezTo>
                <a:cubicBezTo>
                  <a:pt x="56" y="104"/>
                  <a:pt x="56" y="104"/>
                  <a:pt x="56" y="104"/>
                </a:cubicBezTo>
                <a:cubicBezTo>
                  <a:pt x="61" y="40"/>
                  <a:pt x="61" y="40"/>
                  <a:pt x="61" y="40"/>
                </a:cubicBezTo>
                <a:cubicBezTo>
                  <a:pt x="67" y="40"/>
                  <a:pt x="67" y="40"/>
                  <a:pt x="67" y="40"/>
                </a:cubicBezTo>
                <a:cubicBezTo>
                  <a:pt x="72" y="104"/>
                  <a:pt x="72" y="104"/>
                  <a:pt x="72" y="104"/>
                </a:cubicBezTo>
                <a:cubicBezTo>
                  <a:pt x="96" y="104"/>
                  <a:pt x="96" y="104"/>
                  <a:pt x="96" y="104"/>
                </a:cubicBezTo>
                <a:cubicBezTo>
                  <a:pt x="97" y="103"/>
                  <a:pt x="99" y="102"/>
                  <a:pt x="100" y="1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HK" altLang="en-US" sz="3600">
              <a:cs typeface="+mn-ea"/>
              <a:sym typeface="+mn-lt"/>
            </a:endParaRPr>
          </a:p>
        </p:txBody>
      </p:sp>
      <p:sp>
        <p:nvSpPr>
          <p:cNvPr id="14" name="Oval 37"/>
          <p:cNvSpPr/>
          <p:nvPr/>
        </p:nvSpPr>
        <p:spPr>
          <a:xfrm>
            <a:off x="1095656" y="4251111"/>
            <a:ext cx="489125" cy="4891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 sz="36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5" name="Freeform 83"/>
          <p:cNvSpPr>
            <a:spLocks noChangeAspect="1" noEditPoints="1"/>
          </p:cNvSpPr>
          <p:nvPr/>
        </p:nvSpPr>
        <p:spPr bwMode="auto">
          <a:xfrm>
            <a:off x="1244389" y="4342041"/>
            <a:ext cx="191661" cy="307264"/>
          </a:xfrm>
          <a:custGeom>
            <a:avLst/>
            <a:gdLst>
              <a:gd name="T0" fmla="*/ 40 w 80"/>
              <a:gd name="T1" fmla="*/ 0 h 128"/>
              <a:gd name="T2" fmla="*/ 0 w 80"/>
              <a:gd name="T3" fmla="*/ 40 h 128"/>
              <a:gd name="T4" fmla="*/ 40 w 80"/>
              <a:gd name="T5" fmla="*/ 128 h 128"/>
              <a:gd name="T6" fmla="*/ 80 w 80"/>
              <a:gd name="T7" fmla="*/ 40 h 128"/>
              <a:gd name="T8" fmla="*/ 40 w 80"/>
              <a:gd name="T9" fmla="*/ 0 h 128"/>
              <a:gd name="T10" fmla="*/ 40 w 80"/>
              <a:gd name="T11" fmla="*/ 64 h 128"/>
              <a:gd name="T12" fmla="*/ 15 w 80"/>
              <a:gd name="T13" fmla="*/ 40 h 128"/>
              <a:gd name="T14" fmla="*/ 40 w 80"/>
              <a:gd name="T15" fmla="*/ 15 h 128"/>
              <a:gd name="T16" fmla="*/ 64 w 80"/>
              <a:gd name="T17" fmla="*/ 40 h 128"/>
              <a:gd name="T18" fmla="*/ 40 w 80"/>
              <a:gd name="T19" fmla="*/ 64 h 128"/>
              <a:gd name="T20" fmla="*/ 24 w 80"/>
              <a:gd name="T21" fmla="*/ 40 h 128"/>
              <a:gd name="T22" fmla="*/ 40 w 80"/>
              <a:gd name="T23" fmla="*/ 55 h 128"/>
              <a:gd name="T24" fmla="*/ 55 w 80"/>
              <a:gd name="T25" fmla="*/ 40 h 128"/>
              <a:gd name="T26" fmla="*/ 40 w 80"/>
              <a:gd name="T27" fmla="*/ 24 h 128"/>
              <a:gd name="T28" fmla="*/ 24 w 80"/>
              <a:gd name="T29" fmla="*/ 4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80" h="128">
                <a:moveTo>
                  <a:pt x="40" y="0"/>
                </a:moveTo>
                <a:cubicBezTo>
                  <a:pt x="18" y="0"/>
                  <a:pt x="0" y="18"/>
                  <a:pt x="0" y="40"/>
                </a:cubicBezTo>
                <a:cubicBezTo>
                  <a:pt x="0" y="80"/>
                  <a:pt x="40" y="128"/>
                  <a:pt x="40" y="128"/>
                </a:cubicBezTo>
                <a:cubicBezTo>
                  <a:pt x="40" y="128"/>
                  <a:pt x="80" y="80"/>
                  <a:pt x="80" y="40"/>
                </a:cubicBezTo>
                <a:cubicBezTo>
                  <a:pt x="80" y="18"/>
                  <a:pt x="62" y="0"/>
                  <a:pt x="40" y="0"/>
                </a:cubicBezTo>
                <a:close/>
                <a:moveTo>
                  <a:pt x="40" y="64"/>
                </a:moveTo>
                <a:cubicBezTo>
                  <a:pt x="26" y="64"/>
                  <a:pt x="15" y="54"/>
                  <a:pt x="15" y="40"/>
                </a:cubicBezTo>
                <a:cubicBezTo>
                  <a:pt x="15" y="26"/>
                  <a:pt x="26" y="15"/>
                  <a:pt x="40" y="15"/>
                </a:cubicBezTo>
                <a:cubicBezTo>
                  <a:pt x="54" y="15"/>
                  <a:pt x="64" y="26"/>
                  <a:pt x="64" y="40"/>
                </a:cubicBezTo>
                <a:cubicBezTo>
                  <a:pt x="64" y="54"/>
                  <a:pt x="54" y="64"/>
                  <a:pt x="40" y="64"/>
                </a:cubicBezTo>
                <a:close/>
                <a:moveTo>
                  <a:pt x="24" y="40"/>
                </a:moveTo>
                <a:cubicBezTo>
                  <a:pt x="24" y="49"/>
                  <a:pt x="31" y="55"/>
                  <a:pt x="40" y="55"/>
                </a:cubicBezTo>
                <a:cubicBezTo>
                  <a:pt x="49" y="55"/>
                  <a:pt x="55" y="49"/>
                  <a:pt x="55" y="40"/>
                </a:cubicBezTo>
                <a:cubicBezTo>
                  <a:pt x="55" y="31"/>
                  <a:pt x="49" y="24"/>
                  <a:pt x="40" y="24"/>
                </a:cubicBezTo>
                <a:cubicBezTo>
                  <a:pt x="31" y="24"/>
                  <a:pt x="24" y="31"/>
                  <a:pt x="24" y="4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HK" altLang="en-US" sz="3600">
              <a:cs typeface="+mn-ea"/>
              <a:sym typeface="+mn-lt"/>
            </a:endParaRPr>
          </a:p>
        </p:txBody>
      </p:sp>
      <p:sp>
        <p:nvSpPr>
          <p:cNvPr id="16" name="Oval 38"/>
          <p:cNvSpPr/>
          <p:nvPr/>
        </p:nvSpPr>
        <p:spPr>
          <a:xfrm>
            <a:off x="4033303" y="1735084"/>
            <a:ext cx="489125" cy="4891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 sz="36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7" name="Freeform 51"/>
          <p:cNvSpPr>
            <a:spLocks noChangeAspect="1" noEditPoints="1"/>
          </p:cNvSpPr>
          <p:nvPr/>
        </p:nvSpPr>
        <p:spPr bwMode="auto">
          <a:xfrm>
            <a:off x="4124232" y="1826521"/>
            <a:ext cx="307266" cy="306251"/>
          </a:xfrm>
          <a:custGeom>
            <a:avLst/>
            <a:gdLst>
              <a:gd name="T0" fmla="*/ 64 w 128"/>
              <a:gd name="T1" fmla="*/ 0 h 128"/>
              <a:gd name="T2" fmla="*/ 0 w 128"/>
              <a:gd name="T3" fmla="*/ 64 h 128"/>
              <a:gd name="T4" fmla="*/ 64 w 128"/>
              <a:gd name="T5" fmla="*/ 128 h 128"/>
              <a:gd name="T6" fmla="*/ 128 w 128"/>
              <a:gd name="T7" fmla="*/ 64 h 128"/>
              <a:gd name="T8" fmla="*/ 64 w 128"/>
              <a:gd name="T9" fmla="*/ 0 h 128"/>
              <a:gd name="T10" fmla="*/ 40 w 128"/>
              <a:gd name="T11" fmla="*/ 64 h 128"/>
              <a:gd name="T12" fmla="*/ 64 w 128"/>
              <a:gd name="T13" fmla="*/ 40 h 128"/>
              <a:gd name="T14" fmla="*/ 88 w 128"/>
              <a:gd name="T15" fmla="*/ 64 h 128"/>
              <a:gd name="T16" fmla="*/ 64 w 128"/>
              <a:gd name="T17" fmla="*/ 88 h 128"/>
              <a:gd name="T18" fmla="*/ 40 w 128"/>
              <a:gd name="T19" fmla="*/ 64 h 128"/>
              <a:gd name="T20" fmla="*/ 116 w 128"/>
              <a:gd name="T21" fmla="*/ 85 h 128"/>
              <a:gd name="T22" fmla="*/ 116 w 128"/>
              <a:gd name="T23" fmla="*/ 85 h 128"/>
              <a:gd name="T24" fmla="*/ 94 w 128"/>
              <a:gd name="T25" fmla="*/ 76 h 128"/>
              <a:gd name="T26" fmla="*/ 96 w 128"/>
              <a:gd name="T27" fmla="*/ 64 h 128"/>
              <a:gd name="T28" fmla="*/ 94 w 128"/>
              <a:gd name="T29" fmla="*/ 52 h 128"/>
              <a:gd name="T30" fmla="*/ 109 w 128"/>
              <a:gd name="T31" fmla="*/ 45 h 128"/>
              <a:gd name="T32" fmla="*/ 116 w 128"/>
              <a:gd name="T33" fmla="*/ 43 h 128"/>
              <a:gd name="T34" fmla="*/ 120 w 128"/>
              <a:gd name="T35" fmla="*/ 64 h 128"/>
              <a:gd name="T36" fmla="*/ 116 w 128"/>
              <a:gd name="T37" fmla="*/ 85 h 128"/>
              <a:gd name="T38" fmla="*/ 85 w 128"/>
              <a:gd name="T39" fmla="*/ 12 h 128"/>
              <a:gd name="T40" fmla="*/ 85 w 128"/>
              <a:gd name="T41" fmla="*/ 12 h 128"/>
              <a:gd name="T42" fmla="*/ 85 w 128"/>
              <a:gd name="T43" fmla="*/ 12 h 128"/>
              <a:gd name="T44" fmla="*/ 76 w 128"/>
              <a:gd name="T45" fmla="*/ 34 h 128"/>
              <a:gd name="T46" fmla="*/ 64 w 128"/>
              <a:gd name="T47" fmla="*/ 32 h 128"/>
              <a:gd name="T48" fmla="*/ 52 w 128"/>
              <a:gd name="T49" fmla="*/ 34 h 128"/>
              <a:gd name="T50" fmla="*/ 47 w 128"/>
              <a:gd name="T51" fmla="*/ 24 h 128"/>
              <a:gd name="T52" fmla="*/ 43 w 128"/>
              <a:gd name="T53" fmla="*/ 12 h 128"/>
              <a:gd name="T54" fmla="*/ 64 w 128"/>
              <a:gd name="T55" fmla="*/ 8 h 128"/>
              <a:gd name="T56" fmla="*/ 85 w 128"/>
              <a:gd name="T57" fmla="*/ 12 h 128"/>
              <a:gd name="T58" fmla="*/ 12 w 128"/>
              <a:gd name="T59" fmla="*/ 43 h 128"/>
              <a:gd name="T60" fmla="*/ 24 w 128"/>
              <a:gd name="T61" fmla="*/ 47 h 128"/>
              <a:gd name="T62" fmla="*/ 34 w 128"/>
              <a:gd name="T63" fmla="*/ 52 h 128"/>
              <a:gd name="T64" fmla="*/ 32 w 128"/>
              <a:gd name="T65" fmla="*/ 64 h 128"/>
              <a:gd name="T66" fmla="*/ 34 w 128"/>
              <a:gd name="T67" fmla="*/ 76 h 128"/>
              <a:gd name="T68" fmla="*/ 12 w 128"/>
              <a:gd name="T69" fmla="*/ 85 h 128"/>
              <a:gd name="T70" fmla="*/ 8 w 128"/>
              <a:gd name="T71" fmla="*/ 64 h 128"/>
              <a:gd name="T72" fmla="*/ 12 w 128"/>
              <a:gd name="T73" fmla="*/ 43 h 128"/>
              <a:gd name="T74" fmla="*/ 43 w 128"/>
              <a:gd name="T75" fmla="*/ 116 h 128"/>
              <a:gd name="T76" fmla="*/ 45 w 128"/>
              <a:gd name="T77" fmla="*/ 109 h 128"/>
              <a:gd name="T78" fmla="*/ 52 w 128"/>
              <a:gd name="T79" fmla="*/ 94 h 128"/>
              <a:gd name="T80" fmla="*/ 64 w 128"/>
              <a:gd name="T81" fmla="*/ 96 h 128"/>
              <a:gd name="T82" fmla="*/ 76 w 128"/>
              <a:gd name="T83" fmla="*/ 94 h 128"/>
              <a:gd name="T84" fmla="*/ 85 w 128"/>
              <a:gd name="T85" fmla="*/ 116 h 128"/>
              <a:gd name="T86" fmla="*/ 85 w 128"/>
              <a:gd name="T87" fmla="*/ 116 h 128"/>
              <a:gd name="T88" fmla="*/ 85 w 128"/>
              <a:gd name="T89" fmla="*/ 116 h 128"/>
              <a:gd name="T90" fmla="*/ 64 w 128"/>
              <a:gd name="T91" fmla="*/ 120 h 128"/>
              <a:gd name="T92" fmla="*/ 43 w 128"/>
              <a:gd name="T93" fmla="*/ 11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28" h="128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cubicBezTo>
                  <a:pt x="0" y="99"/>
                  <a:pt x="29" y="128"/>
                  <a:pt x="64" y="128"/>
                </a:cubicBezTo>
                <a:cubicBezTo>
                  <a:pt x="99" y="128"/>
                  <a:pt x="128" y="99"/>
                  <a:pt x="128" y="64"/>
                </a:cubicBezTo>
                <a:cubicBezTo>
                  <a:pt x="128" y="29"/>
                  <a:pt x="99" y="0"/>
                  <a:pt x="64" y="0"/>
                </a:cubicBezTo>
                <a:close/>
                <a:moveTo>
                  <a:pt x="40" y="64"/>
                </a:moveTo>
                <a:cubicBezTo>
                  <a:pt x="40" y="51"/>
                  <a:pt x="51" y="40"/>
                  <a:pt x="64" y="40"/>
                </a:cubicBezTo>
                <a:cubicBezTo>
                  <a:pt x="77" y="40"/>
                  <a:pt x="88" y="51"/>
                  <a:pt x="88" y="64"/>
                </a:cubicBezTo>
                <a:cubicBezTo>
                  <a:pt x="88" y="77"/>
                  <a:pt x="77" y="88"/>
                  <a:pt x="64" y="88"/>
                </a:cubicBezTo>
                <a:cubicBezTo>
                  <a:pt x="51" y="88"/>
                  <a:pt x="40" y="77"/>
                  <a:pt x="40" y="64"/>
                </a:cubicBezTo>
                <a:close/>
                <a:moveTo>
                  <a:pt x="116" y="85"/>
                </a:moveTo>
                <a:cubicBezTo>
                  <a:pt x="116" y="85"/>
                  <a:pt x="116" y="85"/>
                  <a:pt x="116" y="85"/>
                </a:cubicBezTo>
                <a:cubicBezTo>
                  <a:pt x="94" y="76"/>
                  <a:pt x="94" y="76"/>
                  <a:pt x="94" y="76"/>
                </a:cubicBezTo>
                <a:cubicBezTo>
                  <a:pt x="95" y="72"/>
                  <a:pt x="96" y="68"/>
                  <a:pt x="96" y="64"/>
                </a:cubicBezTo>
                <a:cubicBezTo>
                  <a:pt x="96" y="60"/>
                  <a:pt x="95" y="56"/>
                  <a:pt x="94" y="52"/>
                </a:cubicBezTo>
                <a:cubicBezTo>
                  <a:pt x="109" y="45"/>
                  <a:pt x="109" y="45"/>
                  <a:pt x="109" y="45"/>
                </a:cubicBezTo>
                <a:cubicBezTo>
                  <a:pt x="116" y="43"/>
                  <a:pt x="116" y="43"/>
                  <a:pt x="116" y="43"/>
                </a:cubicBezTo>
                <a:cubicBezTo>
                  <a:pt x="118" y="49"/>
                  <a:pt x="120" y="56"/>
                  <a:pt x="120" y="64"/>
                </a:cubicBezTo>
                <a:cubicBezTo>
                  <a:pt x="120" y="72"/>
                  <a:pt x="118" y="79"/>
                  <a:pt x="116" y="85"/>
                </a:cubicBezTo>
                <a:close/>
                <a:moveTo>
                  <a:pt x="85" y="12"/>
                </a:moveTo>
                <a:cubicBezTo>
                  <a:pt x="85" y="12"/>
                  <a:pt x="85" y="12"/>
                  <a:pt x="85" y="12"/>
                </a:cubicBezTo>
                <a:cubicBezTo>
                  <a:pt x="85" y="12"/>
                  <a:pt x="85" y="12"/>
                  <a:pt x="85" y="12"/>
                </a:cubicBezTo>
                <a:cubicBezTo>
                  <a:pt x="76" y="34"/>
                  <a:pt x="76" y="34"/>
                  <a:pt x="76" y="34"/>
                </a:cubicBezTo>
                <a:cubicBezTo>
                  <a:pt x="72" y="33"/>
                  <a:pt x="68" y="32"/>
                  <a:pt x="64" y="32"/>
                </a:cubicBezTo>
                <a:cubicBezTo>
                  <a:pt x="60" y="32"/>
                  <a:pt x="56" y="33"/>
                  <a:pt x="52" y="34"/>
                </a:cubicBezTo>
                <a:cubicBezTo>
                  <a:pt x="47" y="24"/>
                  <a:pt x="47" y="24"/>
                  <a:pt x="47" y="24"/>
                </a:cubicBezTo>
                <a:cubicBezTo>
                  <a:pt x="43" y="12"/>
                  <a:pt x="43" y="12"/>
                  <a:pt x="43" y="12"/>
                </a:cubicBezTo>
                <a:cubicBezTo>
                  <a:pt x="49" y="10"/>
                  <a:pt x="56" y="8"/>
                  <a:pt x="64" y="8"/>
                </a:cubicBezTo>
                <a:cubicBezTo>
                  <a:pt x="72" y="8"/>
                  <a:pt x="79" y="10"/>
                  <a:pt x="85" y="12"/>
                </a:cubicBezTo>
                <a:close/>
                <a:moveTo>
                  <a:pt x="12" y="43"/>
                </a:moveTo>
                <a:cubicBezTo>
                  <a:pt x="24" y="47"/>
                  <a:pt x="24" y="47"/>
                  <a:pt x="24" y="47"/>
                </a:cubicBezTo>
                <a:cubicBezTo>
                  <a:pt x="34" y="52"/>
                  <a:pt x="34" y="52"/>
                  <a:pt x="34" y="52"/>
                </a:cubicBezTo>
                <a:cubicBezTo>
                  <a:pt x="33" y="56"/>
                  <a:pt x="32" y="60"/>
                  <a:pt x="32" y="64"/>
                </a:cubicBezTo>
                <a:cubicBezTo>
                  <a:pt x="32" y="68"/>
                  <a:pt x="33" y="72"/>
                  <a:pt x="34" y="76"/>
                </a:cubicBezTo>
                <a:cubicBezTo>
                  <a:pt x="12" y="85"/>
                  <a:pt x="12" y="85"/>
                  <a:pt x="12" y="85"/>
                </a:cubicBezTo>
                <a:cubicBezTo>
                  <a:pt x="10" y="79"/>
                  <a:pt x="8" y="72"/>
                  <a:pt x="8" y="64"/>
                </a:cubicBezTo>
                <a:cubicBezTo>
                  <a:pt x="8" y="56"/>
                  <a:pt x="10" y="49"/>
                  <a:pt x="12" y="43"/>
                </a:cubicBezTo>
                <a:close/>
                <a:moveTo>
                  <a:pt x="43" y="116"/>
                </a:moveTo>
                <a:cubicBezTo>
                  <a:pt x="45" y="109"/>
                  <a:pt x="45" y="109"/>
                  <a:pt x="45" y="109"/>
                </a:cubicBezTo>
                <a:cubicBezTo>
                  <a:pt x="52" y="94"/>
                  <a:pt x="52" y="94"/>
                  <a:pt x="52" y="94"/>
                </a:cubicBezTo>
                <a:cubicBezTo>
                  <a:pt x="56" y="95"/>
                  <a:pt x="60" y="96"/>
                  <a:pt x="64" y="96"/>
                </a:cubicBezTo>
                <a:cubicBezTo>
                  <a:pt x="68" y="96"/>
                  <a:pt x="72" y="95"/>
                  <a:pt x="76" y="94"/>
                </a:cubicBezTo>
                <a:cubicBezTo>
                  <a:pt x="85" y="116"/>
                  <a:pt x="85" y="116"/>
                  <a:pt x="85" y="116"/>
                </a:cubicBezTo>
                <a:cubicBezTo>
                  <a:pt x="85" y="116"/>
                  <a:pt x="85" y="116"/>
                  <a:pt x="85" y="116"/>
                </a:cubicBezTo>
                <a:cubicBezTo>
                  <a:pt x="85" y="116"/>
                  <a:pt x="85" y="116"/>
                  <a:pt x="85" y="116"/>
                </a:cubicBezTo>
                <a:cubicBezTo>
                  <a:pt x="79" y="118"/>
                  <a:pt x="72" y="120"/>
                  <a:pt x="64" y="120"/>
                </a:cubicBezTo>
                <a:cubicBezTo>
                  <a:pt x="56" y="120"/>
                  <a:pt x="49" y="118"/>
                  <a:pt x="43" y="1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HK" altLang="en-US" sz="3600">
              <a:cs typeface="+mn-ea"/>
              <a:sym typeface="+mn-lt"/>
            </a:endParaRPr>
          </a:p>
        </p:txBody>
      </p:sp>
      <p:sp>
        <p:nvSpPr>
          <p:cNvPr id="18" name="Oval 39"/>
          <p:cNvSpPr/>
          <p:nvPr/>
        </p:nvSpPr>
        <p:spPr>
          <a:xfrm>
            <a:off x="4019102" y="4251111"/>
            <a:ext cx="489125" cy="4891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 sz="36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9" name="Freeform 6"/>
          <p:cNvSpPr>
            <a:spLocks noChangeAspect="1"/>
          </p:cNvSpPr>
          <p:nvPr/>
        </p:nvSpPr>
        <p:spPr bwMode="auto">
          <a:xfrm>
            <a:off x="4110033" y="4343055"/>
            <a:ext cx="307264" cy="306251"/>
          </a:xfrm>
          <a:custGeom>
            <a:avLst/>
            <a:gdLst>
              <a:gd name="T0" fmla="*/ 108 w 128"/>
              <a:gd name="T1" fmla="*/ 88 h 128"/>
              <a:gd name="T2" fmla="*/ 94 w 128"/>
              <a:gd name="T3" fmla="*/ 94 h 128"/>
              <a:gd name="T4" fmla="*/ 40 w 128"/>
              <a:gd name="T5" fmla="*/ 67 h 128"/>
              <a:gd name="T6" fmla="*/ 40 w 128"/>
              <a:gd name="T7" fmla="*/ 64 h 128"/>
              <a:gd name="T8" fmla="*/ 40 w 128"/>
              <a:gd name="T9" fmla="*/ 61 h 128"/>
              <a:gd name="T10" fmla="*/ 94 w 128"/>
              <a:gd name="T11" fmla="*/ 34 h 128"/>
              <a:gd name="T12" fmla="*/ 108 w 128"/>
              <a:gd name="T13" fmla="*/ 40 h 128"/>
              <a:gd name="T14" fmla="*/ 128 w 128"/>
              <a:gd name="T15" fmla="*/ 20 h 128"/>
              <a:gd name="T16" fmla="*/ 108 w 128"/>
              <a:gd name="T17" fmla="*/ 0 h 128"/>
              <a:gd name="T18" fmla="*/ 88 w 128"/>
              <a:gd name="T19" fmla="*/ 20 h 128"/>
              <a:gd name="T20" fmla="*/ 88 w 128"/>
              <a:gd name="T21" fmla="*/ 23 h 128"/>
              <a:gd name="T22" fmla="*/ 34 w 128"/>
              <a:gd name="T23" fmla="*/ 50 h 128"/>
              <a:gd name="T24" fmla="*/ 20 w 128"/>
              <a:gd name="T25" fmla="*/ 44 h 128"/>
              <a:gd name="T26" fmla="*/ 0 w 128"/>
              <a:gd name="T27" fmla="*/ 64 h 128"/>
              <a:gd name="T28" fmla="*/ 20 w 128"/>
              <a:gd name="T29" fmla="*/ 84 h 128"/>
              <a:gd name="T30" fmla="*/ 34 w 128"/>
              <a:gd name="T31" fmla="*/ 78 h 128"/>
              <a:gd name="T32" fmla="*/ 88 w 128"/>
              <a:gd name="T33" fmla="*/ 105 h 128"/>
              <a:gd name="T34" fmla="*/ 88 w 128"/>
              <a:gd name="T35" fmla="*/ 108 h 128"/>
              <a:gd name="T36" fmla="*/ 108 w 128"/>
              <a:gd name="T37" fmla="*/ 128 h 128"/>
              <a:gd name="T38" fmla="*/ 128 w 128"/>
              <a:gd name="T39" fmla="*/ 108 h 128"/>
              <a:gd name="T40" fmla="*/ 108 w 128"/>
              <a:gd name="T41" fmla="*/ 88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" h="128">
                <a:moveTo>
                  <a:pt x="108" y="88"/>
                </a:moveTo>
                <a:cubicBezTo>
                  <a:pt x="102" y="88"/>
                  <a:pt x="97" y="90"/>
                  <a:pt x="94" y="94"/>
                </a:cubicBezTo>
                <a:cubicBezTo>
                  <a:pt x="40" y="67"/>
                  <a:pt x="40" y="67"/>
                  <a:pt x="40" y="67"/>
                </a:cubicBezTo>
                <a:cubicBezTo>
                  <a:pt x="40" y="66"/>
                  <a:pt x="40" y="65"/>
                  <a:pt x="40" y="64"/>
                </a:cubicBezTo>
                <a:cubicBezTo>
                  <a:pt x="40" y="63"/>
                  <a:pt x="40" y="62"/>
                  <a:pt x="40" y="61"/>
                </a:cubicBezTo>
                <a:cubicBezTo>
                  <a:pt x="94" y="34"/>
                  <a:pt x="94" y="34"/>
                  <a:pt x="94" y="34"/>
                </a:cubicBezTo>
                <a:cubicBezTo>
                  <a:pt x="97" y="38"/>
                  <a:pt x="102" y="40"/>
                  <a:pt x="108" y="40"/>
                </a:cubicBezTo>
                <a:cubicBezTo>
                  <a:pt x="119" y="40"/>
                  <a:pt x="128" y="31"/>
                  <a:pt x="128" y="20"/>
                </a:cubicBezTo>
                <a:cubicBezTo>
                  <a:pt x="128" y="9"/>
                  <a:pt x="119" y="0"/>
                  <a:pt x="108" y="0"/>
                </a:cubicBezTo>
                <a:cubicBezTo>
                  <a:pt x="97" y="0"/>
                  <a:pt x="88" y="9"/>
                  <a:pt x="88" y="20"/>
                </a:cubicBezTo>
                <a:cubicBezTo>
                  <a:pt x="88" y="21"/>
                  <a:pt x="88" y="22"/>
                  <a:pt x="88" y="23"/>
                </a:cubicBezTo>
                <a:cubicBezTo>
                  <a:pt x="34" y="50"/>
                  <a:pt x="34" y="50"/>
                  <a:pt x="34" y="50"/>
                </a:cubicBezTo>
                <a:cubicBezTo>
                  <a:pt x="31" y="46"/>
                  <a:pt x="26" y="44"/>
                  <a:pt x="20" y="44"/>
                </a:cubicBezTo>
                <a:cubicBezTo>
                  <a:pt x="9" y="44"/>
                  <a:pt x="0" y="53"/>
                  <a:pt x="0" y="64"/>
                </a:cubicBezTo>
                <a:cubicBezTo>
                  <a:pt x="0" y="75"/>
                  <a:pt x="9" y="84"/>
                  <a:pt x="20" y="84"/>
                </a:cubicBezTo>
                <a:cubicBezTo>
                  <a:pt x="26" y="84"/>
                  <a:pt x="31" y="82"/>
                  <a:pt x="34" y="78"/>
                </a:cubicBezTo>
                <a:cubicBezTo>
                  <a:pt x="88" y="105"/>
                  <a:pt x="88" y="105"/>
                  <a:pt x="88" y="105"/>
                </a:cubicBezTo>
                <a:cubicBezTo>
                  <a:pt x="88" y="106"/>
                  <a:pt x="88" y="107"/>
                  <a:pt x="88" y="108"/>
                </a:cubicBezTo>
                <a:cubicBezTo>
                  <a:pt x="88" y="119"/>
                  <a:pt x="97" y="128"/>
                  <a:pt x="108" y="128"/>
                </a:cubicBezTo>
                <a:cubicBezTo>
                  <a:pt x="119" y="128"/>
                  <a:pt x="128" y="119"/>
                  <a:pt x="128" y="108"/>
                </a:cubicBezTo>
                <a:cubicBezTo>
                  <a:pt x="128" y="97"/>
                  <a:pt x="119" y="88"/>
                  <a:pt x="108" y="8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HK" altLang="en-US" sz="3600">
              <a:cs typeface="+mn-ea"/>
              <a:sym typeface="+mn-lt"/>
            </a:endParaRP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1055619" y="2294919"/>
            <a:ext cx="2274911" cy="1324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664141" y="1848977"/>
            <a:ext cx="1930473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2" name="Text Box 10"/>
          <p:cNvSpPr txBox="1">
            <a:spLocks noChangeArrowheads="1"/>
          </p:cNvSpPr>
          <p:nvPr/>
        </p:nvSpPr>
        <p:spPr bwMode="auto">
          <a:xfrm>
            <a:off x="4083094" y="2294919"/>
            <a:ext cx="2274911" cy="1324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679024" y="1848977"/>
            <a:ext cx="1930473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1058834" y="4805846"/>
            <a:ext cx="2274911" cy="1324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64141" y="4327178"/>
            <a:ext cx="1930473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4056395" y="4805845"/>
            <a:ext cx="2274911" cy="1324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642614" y="4327178"/>
            <a:ext cx="2330099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cs typeface="+mn-ea"/>
                <a:sym typeface="+mn-lt"/>
              </a:rPr>
              <a:t>输入小标题</a:t>
            </a:r>
            <a:endParaRPr lang="zh-CN" altLang="en-US" sz="2000" b="1" dirty="0">
              <a:cs typeface="+mn-ea"/>
              <a:sym typeface="+mn-lt"/>
            </a:endParaRP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7089210" y="2177806"/>
            <a:ext cx="3961448" cy="16473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160213" y="1735084"/>
            <a:ext cx="1781140" cy="381129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输入小标题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" name="Text Box 10"/>
          <p:cNvSpPr txBox="1">
            <a:spLocks noChangeArrowheads="1"/>
          </p:cNvSpPr>
          <p:nvPr/>
        </p:nvSpPr>
        <p:spPr bwMode="auto">
          <a:xfrm>
            <a:off x="7134896" y="4556990"/>
            <a:ext cx="3961448" cy="16473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205899" y="4114268"/>
            <a:ext cx="1781140" cy="381129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输入小标题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63616" y="273908"/>
            <a:ext cx="3130998" cy="582216"/>
          </a:xfrm>
          <a:prstGeom prst="parallelogram">
            <a:avLst>
              <a:gd name="adj" fmla="val 28330"/>
            </a:avLst>
          </a:prstGeom>
          <a:solidFill>
            <a:schemeClr val="accent1"/>
          </a:solidFill>
        </p:spPr>
        <p:txBody>
          <a:bodyPr wrap="square" rtlCol="0" anchor="ctr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algn="ctr">
              <a:defRPr sz="4800">
                <a:solidFill>
                  <a:schemeClr val="bg1"/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ym typeface="+mn-lt"/>
              </a:rPr>
              <a:t>当前存在的困难</a:t>
            </a:r>
            <a:endParaRPr lang="en-US" altLang="zh-CN" sz="2400" b="1" dirty="0">
              <a:sym typeface="+mn-lt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96256" y="271676"/>
            <a:ext cx="346018" cy="586680"/>
            <a:chOff x="2966054" y="271676"/>
            <a:chExt cx="336570" cy="570661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4" name="平行四边形 33"/>
            <p:cNvSpPr/>
            <p:nvPr/>
          </p:nvSpPr>
          <p:spPr>
            <a:xfrm>
              <a:off x="3095303" y="271676"/>
              <a:ext cx="207321" cy="570661"/>
            </a:xfrm>
            <a:prstGeom prst="parallelogram">
              <a:avLst>
                <a:gd name="adj" fmla="val 77065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汉仪铁线黑-65简" panose="00020600040101010101" charset="-122"/>
              </a:endParaRPr>
            </a:p>
          </p:txBody>
        </p:sp>
        <p:sp>
          <p:nvSpPr>
            <p:cNvPr id="35" name="平行四边形 34"/>
            <p:cNvSpPr/>
            <p:nvPr/>
          </p:nvSpPr>
          <p:spPr>
            <a:xfrm>
              <a:off x="2966054" y="271676"/>
              <a:ext cx="258499" cy="570661"/>
            </a:xfrm>
            <a:prstGeom prst="parallelogram">
              <a:avLst>
                <a:gd name="adj" fmla="val 62494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汉仪铁线黑-65简" panose="00020600040101010101" charset="-122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7"/>
          <p:cNvSpPr/>
          <p:nvPr/>
        </p:nvSpPr>
        <p:spPr bwMode="auto">
          <a:xfrm>
            <a:off x="5760689" y="1530252"/>
            <a:ext cx="1105395" cy="4232429"/>
          </a:xfrm>
          <a:custGeom>
            <a:avLst/>
            <a:gdLst>
              <a:gd name="T0" fmla="*/ 0 w 777"/>
              <a:gd name="T1" fmla="*/ 2974 h 2974"/>
              <a:gd name="T2" fmla="*/ 507 w 777"/>
              <a:gd name="T3" fmla="*/ 2467 h 2974"/>
              <a:gd name="T4" fmla="*/ 388 w 777"/>
              <a:gd name="T5" fmla="*/ 2138 h 2974"/>
              <a:gd name="T6" fmla="*/ 277 w 777"/>
              <a:gd name="T7" fmla="*/ 1818 h 2974"/>
              <a:gd name="T8" fmla="*/ 398 w 777"/>
              <a:gd name="T9" fmla="*/ 1488 h 2974"/>
              <a:gd name="T10" fmla="*/ 507 w 777"/>
              <a:gd name="T11" fmla="*/ 1171 h 2974"/>
              <a:gd name="T12" fmla="*/ 390 w 777"/>
              <a:gd name="T13" fmla="*/ 844 h 2974"/>
              <a:gd name="T14" fmla="*/ 267 w 777"/>
              <a:gd name="T15" fmla="*/ 511 h 2974"/>
              <a:gd name="T16" fmla="*/ 777 w 777"/>
              <a:gd name="T17" fmla="*/ 0 h 2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77" h="2974">
                <a:moveTo>
                  <a:pt x="0" y="2974"/>
                </a:moveTo>
                <a:cubicBezTo>
                  <a:pt x="280" y="2974"/>
                  <a:pt x="507" y="2747"/>
                  <a:pt x="507" y="2467"/>
                </a:cubicBezTo>
                <a:cubicBezTo>
                  <a:pt x="507" y="2342"/>
                  <a:pt x="459" y="2227"/>
                  <a:pt x="388" y="2138"/>
                </a:cubicBezTo>
                <a:cubicBezTo>
                  <a:pt x="317" y="2049"/>
                  <a:pt x="277" y="1939"/>
                  <a:pt x="277" y="1818"/>
                </a:cubicBezTo>
                <a:cubicBezTo>
                  <a:pt x="277" y="1692"/>
                  <a:pt x="326" y="1577"/>
                  <a:pt x="398" y="1488"/>
                </a:cubicBezTo>
                <a:cubicBezTo>
                  <a:pt x="469" y="1400"/>
                  <a:pt x="507" y="1290"/>
                  <a:pt x="507" y="1171"/>
                </a:cubicBezTo>
                <a:cubicBezTo>
                  <a:pt x="507" y="1047"/>
                  <a:pt x="465" y="933"/>
                  <a:pt x="390" y="844"/>
                </a:cubicBezTo>
                <a:cubicBezTo>
                  <a:pt x="315" y="754"/>
                  <a:pt x="267" y="638"/>
                  <a:pt x="267" y="511"/>
                </a:cubicBezTo>
                <a:cubicBezTo>
                  <a:pt x="267" y="229"/>
                  <a:pt x="496" y="0"/>
                  <a:pt x="777" y="0"/>
                </a:cubicBezTo>
              </a:path>
            </a:pathLst>
          </a:custGeom>
          <a:noFill/>
          <a:ln w="12700" cap="flat">
            <a:solidFill>
              <a:schemeClr val="accent1"/>
            </a:solidFill>
            <a:prstDash val="solid"/>
            <a:miter lim="800000"/>
            <a:headEnd type="oval" w="med" len="med"/>
            <a:tailEnd type="oval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Oval 12"/>
          <p:cNvSpPr>
            <a:spLocks noChangeArrowheads="1"/>
          </p:cNvSpPr>
          <p:nvPr/>
        </p:nvSpPr>
        <p:spPr bwMode="auto">
          <a:xfrm>
            <a:off x="6083572" y="1977229"/>
            <a:ext cx="154816" cy="155418"/>
          </a:xfrm>
          <a:prstGeom prst="ellipse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Oval 13"/>
          <p:cNvSpPr>
            <a:spLocks noChangeArrowheads="1"/>
          </p:cNvSpPr>
          <p:nvPr/>
        </p:nvSpPr>
        <p:spPr bwMode="auto">
          <a:xfrm>
            <a:off x="6430552" y="3131419"/>
            <a:ext cx="155418" cy="154816"/>
          </a:xfrm>
          <a:prstGeom prst="ellipse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Oval 14"/>
          <p:cNvSpPr>
            <a:spLocks noChangeArrowheads="1"/>
          </p:cNvSpPr>
          <p:nvPr/>
        </p:nvSpPr>
        <p:spPr bwMode="auto">
          <a:xfrm>
            <a:off x="6075139" y="4002482"/>
            <a:ext cx="154816" cy="154816"/>
          </a:xfrm>
          <a:prstGeom prst="ellipse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Oval 15"/>
          <p:cNvSpPr>
            <a:spLocks noChangeArrowheads="1"/>
          </p:cNvSpPr>
          <p:nvPr/>
        </p:nvSpPr>
        <p:spPr bwMode="auto">
          <a:xfrm>
            <a:off x="6387782" y="5221731"/>
            <a:ext cx="155418" cy="154816"/>
          </a:xfrm>
          <a:prstGeom prst="ellipse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Line 16"/>
          <p:cNvSpPr>
            <a:spLocks noChangeShapeType="1"/>
          </p:cNvSpPr>
          <p:nvPr/>
        </p:nvSpPr>
        <p:spPr bwMode="auto">
          <a:xfrm flipH="1">
            <a:off x="5111909" y="2055541"/>
            <a:ext cx="971664" cy="0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headEnd type="non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Line 17"/>
          <p:cNvSpPr>
            <a:spLocks noChangeShapeType="1"/>
          </p:cNvSpPr>
          <p:nvPr/>
        </p:nvSpPr>
        <p:spPr bwMode="auto">
          <a:xfrm flipH="1">
            <a:off x="6585970" y="3207923"/>
            <a:ext cx="971664" cy="0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headEnd type="oval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 flipH="1">
            <a:off x="4699268" y="4080192"/>
            <a:ext cx="1377076" cy="0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headEnd type="non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Line 19"/>
          <p:cNvSpPr>
            <a:spLocks noChangeShapeType="1"/>
          </p:cNvSpPr>
          <p:nvPr/>
        </p:nvSpPr>
        <p:spPr bwMode="auto">
          <a:xfrm flipH="1">
            <a:off x="6541393" y="5300042"/>
            <a:ext cx="970459" cy="0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headEnd type="oval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314064" y="1697064"/>
            <a:ext cx="1120756" cy="1121160"/>
          </a:xfrm>
          <a:prstGeom prst="ellipse">
            <a:avLst/>
          </a:prstGeom>
          <a:solidFill>
            <a:schemeClr val="accent1"/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1</a:t>
            </a:r>
            <a:endParaRPr kumimoji="0" lang="zh-CN" altLang="en-US" sz="48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201890" y="2635295"/>
            <a:ext cx="1120756" cy="1121160"/>
          </a:xfrm>
          <a:prstGeom prst="ellipse">
            <a:avLst/>
          </a:prstGeom>
          <a:solidFill>
            <a:schemeClr val="accent1"/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2</a:t>
            </a:r>
            <a:endParaRPr kumimoji="0" lang="zh-CN" altLang="en-US" sz="48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6313386" y="3519310"/>
            <a:ext cx="1120756" cy="1121160"/>
          </a:xfrm>
          <a:prstGeom prst="ellipse">
            <a:avLst/>
          </a:prstGeom>
          <a:solidFill>
            <a:schemeClr val="accent1"/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3</a:t>
            </a:r>
            <a:endParaRPr kumimoji="0" lang="zh-CN" altLang="en-US" sz="48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5199822" y="4481034"/>
            <a:ext cx="1120756" cy="1121160"/>
          </a:xfrm>
          <a:prstGeom prst="ellipse">
            <a:avLst/>
          </a:prstGeom>
          <a:solidFill>
            <a:schemeClr val="accent1"/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4</a:t>
            </a:r>
            <a:endParaRPr kumimoji="0" lang="zh-CN" altLang="en-US" sz="48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7713052" y="3037468"/>
            <a:ext cx="3154846" cy="10035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713052" y="2703697"/>
            <a:ext cx="2046851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7713052" y="4923241"/>
            <a:ext cx="3154846" cy="10035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713052" y="4589470"/>
            <a:ext cx="2046851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1399830" y="2184451"/>
            <a:ext cx="3154846" cy="10035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450975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461421" y="1850681"/>
            <a:ext cx="2046851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2" name="Text Box 10"/>
          <p:cNvSpPr txBox="1">
            <a:spLocks noChangeArrowheads="1"/>
          </p:cNvSpPr>
          <p:nvPr/>
        </p:nvSpPr>
        <p:spPr bwMode="auto">
          <a:xfrm>
            <a:off x="1399830" y="4070224"/>
            <a:ext cx="3154846" cy="10035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450975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461421" y="3736453"/>
            <a:ext cx="2046851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63616" y="273908"/>
            <a:ext cx="3130998" cy="582216"/>
          </a:xfrm>
          <a:prstGeom prst="parallelogram">
            <a:avLst>
              <a:gd name="adj" fmla="val 28330"/>
            </a:avLst>
          </a:prstGeom>
          <a:solidFill>
            <a:schemeClr val="accent1"/>
          </a:solidFill>
        </p:spPr>
        <p:txBody>
          <a:bodyPr wrap="square" rtlCol="0" anchor="ctr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algn="ctr">
              <a:defRPr sz="4800">
                <a:solidFill>
                  <a:schemeClr val="bg1"/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ym typeface="+mn-lt"/>
              </a:rPr>
              <a:t>当前存在的困难</a:t>
            </a:r>
            <a:endParaRPr lang="en-US" altLang="zh-CN" sz="2400" b="1" dirty="0">
              <a:sym typeface="+mn-lt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96256" y="271676"/>
            <a:ext cx="346018" cy="586680"/>
            <a:chOff x="2966054" y="271676"/>
            <a:chExt cx="336570" cy="570661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7" name="平行四边形 26"/>
            <p:cNvSpPr/>
            <p:nvPr/>
          </p:nvSpPr>
          <p:spPr>
            <a:xfrm>
              <a:off x="3095303" y="271676"/>
              <a:ext cx="207321" cy="570661"/>
            </a:xfrm>
            <a:prstGeom prst="parallelogram">
              <a:avLst>
                <a:gd name="adj" fmla="val 77065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汉仪铁线黑-65简" panose="00020600040101010101" charset="-122"/>
              </a:endParaRPr>
            </a:p>
          </p:txBody>
        </p:sp>
        <p:sp>
          <p:nvSpPr>
            <p:cNvPr id="28" name="平行四边形 27"/>
            <p:cNvSpPr/>
            <p:nvPr/>
          </p:nvSpPr>
          <p:spPr>
            <a:xfrm>
              <a:off x="2966054" y="271676"/>
              <a:ext cx="258499" cy="570661"/>
            </a:xfrm>
            <a:prstGeom prst="parallelogram">
              <a:avLst>
                <a:gd name="adj" fmla="val 62494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汉仪铁线黑-65简" panose="00020600040101010101" charset="-122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8"/>
          <p:cNvSpPr txBox="1"/>
          <p:nvPr/>
        </p:nvSpPr>
        <p:spPr>
          <a:xfrm>
            <a:off x="5894231" y="3155275"/>
            <a:ext cx="4149421" cy="899577"/>
          </a:xfrm>
          <a:prstGeom prst="parallelogram">
            <a:avLst>
              <a:gd name="adj" fmla="val 28330"/>
            </a:avLst>
          </a:prstGeom>
          <a:solidFill>
            <a:schemeClr val="accent1"/>
          </a:solidFill>
        </p:spPr>
        <p:txBody>
          <a:bodyPr wrap="square" rtlCol="0" anchor="ctr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algn="ctr">
              <a:defRPr sz="4800">
                <a:solidFill>
                  <a:schemeClr val="bg1"/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000" b="1" dirty="0">
                <a:sym typeface="+mn-lt"/>
              </a:rPr>
              <a:t>项目执行计划</a:t>
            </a:r>
            <a:endParaRPr lang="en-US" altLang="zh-CN" sz="4000" b="1" dirty="0">
              <a:sym typeface="+mn-lt"/>
            </a:endParaRPr>
          </a:p>
        </p:txBody>
      </p:sp>
      <p:sp>
        <p:nvSpPr>
          <p:cNvPr id="3" name="文本框 32"/>
          <p:cNvSpPr txBox="1"/>
          <p:nvPr/>
        </p:nvSpPr>
        <p:spPr>
          <a:xfrm>
            <a:off x="6096000" y="2284095"/>
            <a:ext cx="2954020" cy="72199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3600" b="1" i="1" dirty="0">
                <a:cs typeface="+mn-ea"/>
                <a:sym typeface="+mn-lt"/>
              </a:rPr>
              <a:t>PART 04</a:t>
            </a:r>
            <a:endParaRPr lang="en-US" altLang="zh-CN" sz="3600" b="1" i="1" dirty="0">
              <a:cs typeface="+mn-ea"/>
              <a:sym typeface="+mn-lt"/>
            </a:endParaRPr>
          </a:p>
        </p:txBody>
      </p:sp>
      <p:sp>
        <p:nvSpPr>
          <p:cNvPr id="4" name="文本框 34"/>
          <p:cNvSpPr txBox="1"/>
          <p:nvPr/>
        </p:nvSpPr>
        <p:spPr>
          <a:xfrm>
            <a:off x="5772693" y="4222954"/>
            <a:ext cx="5391608" cy="5118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The user can demonstrate on a projector or computer, or print the presentation and make it into a film to be used in a wider field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1" name="图片 10" descr="城市的地标&#10;&#10;中度可信度描述已自动生成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6" r="40720"/>
          <a:stretch>
            <a:fillRect/>
          </a:stretch>
        </p:blipFill>
        <p:spPr>
          <a:xfrm>
            <a:off x="-26670" y="-635"/>
            <a:ext cx="5443220" cy="6858000"/>
          </a:xfrm>
          <a:custGeom>
            <a:avLst/>
            <a:gdLst>
              <a:gd name="connsiteX0" fmla="*/ 1906250 w 6016400"/>
              <a:gd name="connsiteY0" fmla="*/ 0 h 6858000"/>
              <a:gd name="connsiteX1" fmla="*/ 6016400 w 6016400"/>
              <a:gd name="connsiteY1" fmla="*/ 0 h 6858000"/>
              <a:gd name="connsiteX2" fmla="*/ 4103979 w 6016400"/>
              <a:gd name="connsiteY2" fmla="*/ 6858000 h 6858000"/>
              <a:gd name="connsiteX3" fmla="*/ 0 w 6016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72" h="10800">
                <a:moveTo>
                  <a:pt x="2100" y="0"/>
                </a:moveTo>
                <a:lnTo>
                  <a:pt x="8572" y="0"/>
                </a:lnTo>
                <a:lnTo>
                  <a:pt x="5561" y="10800"/>
                </a:lnTo>
                <a:lnTo>
                  <a:pt x="0" y="10800"/>
                </a:lnTo>
                <a:lnTo>
                  <a:pt x="0" y="7554"/>
                </a:lnTo>
                <a:lnTo>
                  <a:pt x="2100" y="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/>
          <p:cNvSpPr/>
          <p:nvPr/>
        </p:nvSpPr>
        <p:spPr bwMode="auto">
          <a:xfrm>
            <a:off x="1743079" y="2937235"/>
            <a:ext cx="8760754" cy="1796846"/>
          </a:xfrm>
          <a:custGeom>
            <a:avLst/>
            <a:gdLst>
              <a:gd name="T0" fmla="*/ 0 w 6847"/>
              <a:gd name="T1" fmla="*/ 679 h 1402"/>
              <a:gd name="T2" fmla="*/ 1638 w 6847"/>
              <a:gd name="T3" fmla="*/ 356 h 1402"/>
              <a:gd name="T4" fmla="*/ 1573 w 6847"/>
              <a:gd name="T5" fmla="*/ 925 h 1402"/>
              <a:gd name="T6" fmla="*/ 3653 w 6847"/>
              <a:gd name="T7" fmla="*/ 778 h 1402"/>
              <a:gd name="T8" fmla="*/ 4765 w 6847"/>
              <a:gd name="T9" fmla="*/ 38 h 1402"/>
              <a:gd name="T10" fmla="*/ 6190 w 6847"/>
              <a:gd name="T11" fmla="*/ 635 h 1402"/>
              <a:gd name="T12" fmla="*/ 6847 w 6847"/>
              <a:gd name="T13" fmla="*/ 898 h 1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847" h="1402">
                <a:moveTo>
                  <a:pt x="0" y="679"/>
                </a:moveTo>
                <a:cubicBezTo>
                  <a:pt x="0" y="679"/>
                  <a:pt x="694" y="49"/>
                  <a:pt x="1638" y="356"/>
                </a:cubicBezTo>
                <a:cubicBezTo>
                  <a:pt x="2582" y="662"/>
                  <a:pt x="1499" y="739"/>
                  <a:pt x="1573" y="925"/>
                </a:cubicBezTo>
                <a:cubicBezTo>
                  <a:pt x="1647" y="1112"/>
                  <a:pt x="2957" y="1402"/>
                  <a:pt x="3653" y="778"/>
                </a:cubicBezTo>
                <a:cubicBezTo>
                  <a:pt x="4349" y="153"/>
                  <a:pt x="4368" y="76"/>
                  <a:pt x="4765" y="38"/>
                </a:cubicBezTo>
                <a:cubicBezTo>
                  <a:pt x="5163" y="0"/>
                  <a:pt x="6449" y="274"/>
                  <a:pt x="6190" y="635"/>
                </a:cubicBezTo>
                <a:cubicBezTo>
                  <a:pt x="5931" y="997"/>
                  <a:pt x="6847" y="898"/>
                  <a:pt x="6847" y="898"/>
                </a:cubicBezTo>
              </a:path>
            </a:pathLst>
          </a:custGeom>
          <a:noFill/>
          <a:ln w="19050" cap="flat">
            <a:solidFill>
              <a:schemeClr val="accent1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3" name="Rectangle: Rounded Corners 13"/>
          <p:cNvSpPr/>
          <p:nvPr/>
        </p:nvSpPr>
        <p:spPr>
          <a:xfrm>
            <a:off x="1638430" y="3710699"/>
            <a:ext cx="209299" cy="20929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4" name="Rectangle: Rounded Corners 15"/>
          <p:cNvSpPr/>
          <p:nvPr/>
        </p:nvSpPr>
        <p:spPr>
          <a:xfrm>
            <a:off x="4218328" y="3615278"/>
            <a:ext cx="209299" cy="20929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5" name="Rectangle: Rounded Corners 17"/>
          <p:cNvSpPr/>
          <p:nvPr/>
        </p:nvSpPr>
        <p:spPr>
          <a:xfrm>
            <a:off x="6291541" y="3865495"/>
            <a:ext cx="209299" cy="20929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6" name="Rectangle: Rounded Corners 19"/>
          <p:cNvSpPr/>
          <p:nvPr/>
        </p:nvSpPr>
        <p:spPr>
          <a:xfrm>
            <a:off x="8364754" y="2905844"/>
            <a:ext cx="209299" cy="20929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7" name="Rectangle: Rounded Corners 21"/>
          <p:cNvSpPr/>
          <p:nvPr/>
        </p:nvSpPr>
        <p:spPr>
          <a:xfrm>
            <a:off x="10349193" y="3992312"/>
            <a:ext cx="209299" cy="20929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097163" y="1799977"/>
            <a:ext cx="744480" cy="855649"/>
            <a:chOff x="8097163" y="1799977"/>
            <a:chExt cx="744480" cy="855649"/>
          </a:xfrm>
        </p:grpSpPr>
        <p:sp>
          <p:nvSpPr>
            <p:cNvPr id="9" name="Freeform: Shape 18"/>
            <p:cNvSpPr/>
            <p:nvPr/>
          </p:nvSpPr>
          <p:spPr>
            <a:xfrm>
              <a:off x="8097163" y="1799977"/>
              <a:ext cx="744480" cy="855649"/>
            </a:xfrm>
            <a:custGeom>
              <a:avLst/>
              <a:gdLst>
                <a:gd name="connsiteX0" fmla="*/ 325254 w 650508"/>
                <a:gd name="connsiteY0" fmla="*/ 0 h 747644"/>
                <a:gd name="connsiteX1" fmla="*/ 650508 w 650508"/>
                <a:gd name="connsiteY1" fmla="*/ 325254 h 747644"/>
                <a:gd name="connsiteX2" fmla="*/ 451858 w 650508"/>
                <a:gd name="connsiteY2" fmla="*/ 624948 h 747644"/>
                <a:gd name="connsiteX3" fmla="*/ 422734 w 650508"/>
                <a:gd name="connsiteY3" fmla="*/ 633989 h 747644"/>
                <a:gd name="connsiteX4" fmla="*/ 325254 w 650508"/>
                <a:gd name="connsiteY4" fmla="*/ 747644 h 747644"/>
                <a:gd name="connsiteX5" fmla="*/ 227774 w 650508"/>
                <a:gd name="connsiteY5" fmla="*/ 633989 h 747644"/>
                <a:gd name="connsiteX6" fmla="*/ 198651 w 650508"/>
                <a:gd name="connsiteY6" fmla="*/ 624948 h 747644"/>
                <a:gd name="connsiteX7" fmla="*/ 0 w 650508"/>
                <a:gd name="connsiteY7" fmla="*/ 325254 h 747644"/>
                <a:gd name="connsiteX8" fmla="*/ 325254 w 650508"/>
                <a:gd name="connsiteY8" fmla="*/ 0 h 74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0508" h="747644">
                  <a:moveTo>
                    <a:pt x="325254" y="0"/>
                  </a:moveTo>
                  <a:cubicBezTo>
                    <a:pt x="504887" y="0"/>
                    <a:pt x="650508" y="145621"/>
                    <a:pt x="650508" y="325254"/>
                  </a:cubicBezTo>
                  <a:cubicBezTo>
                    <a:pt x="650508" y="459979"/>
                    <a:pt x="568596" y="575572"/>
                    <a:pt x="451858" y="624948"/>
                  </a:cubicBezTo>
                  <a:lnTo>
                    <a:pt x="422734" y="633989"/>
                  </a:lnTo>
                  <a:lnTo>
                    <a:pt x="325254" y="747644"/>
                  </a:lnTo>
                  <a:lnTo>
                    <a:pt x="227774" y="633989"/>
                  </a:lnTo>
                  <a:lnTo>
                    <a:pt x="198651" y="624948"/>
                  </a:lnTo>
                  <a:cubicBezTo>
                    <a:pt x="81912" y="575572"/>
                    <a:pt x="0" y="459979"/>
                    <a:pt x="0" y="325254"/>
                  </a:cubicBezTo>
                  <a:cubicBezTo>
                    <a:pt x="0" y="145621"/>
                    <a:pt x="145621" y="0"/>
                    <a:pt x="3252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>
                <a:cs typeface="+mn-ea"/>
                <a:sym typeface="+mn-lt"/>
              </a:endParaRPr>
            </a:p>
          </p:txBody>
        </p:sp>
        <p:grpSp>
          <p:nvGrpSpPr>
            <p:cNvPr id="10" name="Group 14"/>
            <p:cNvGrpSpPr/>
            <p:nvPr/>
          </p:nvGrpSpPr>
          <p:grpSpPr>
            <a:xfrm>
              <a:off x="8347389" y="2021956"/>
              <a:ext cx="247594" cy="280364"/>
              <a:chOff x="5615542" y="1744512"/>
              <a:chExt cx="216341" cy="244975"/>
            </a:xfrm>
            <a:solidFill>
              <a:schemeClr val="bg2"/>
            </a:solidFill>
          </p:grpSpPr>
          <p:sp>
            <p:nvSpPr>
              <p:cNvPr id="11" name="Freeform: Shape 23"/>
              <p:cNvSpPr/>
              <p:nvPr/>
            </p:nvSpPr>
            <p:spPr>
              <a:xfrm>
                <a:off x="5717253" y="1814505"/>
                <a:ext cx="12726" cy="12726"/>
              </a:xfrm>
              <a:custGeom>
                <a:avLst/>
                <a:gdLst>
                  <a:gd name="connsiteX0" fmla="*/ 12726 w 12725"/>
                  <a:gd name="connsiteY0" fmla="*/ 6363 h 12725"/>
                  <a:gd name="connsiteX1" fmla="*/ 6363 w 12725"/>
                  <a:gd name="connsiteY1" fmla="*/ 12726 h 12725"/>
                  <a:gd name="connsiteX2" fmla="*/ 0 w 12725"/>
                  <a:gd name="connsiteY2" fmla="*/ 6363 h 12725"/>
                  <a:gd name="connsiteX3" fmla="*/ 6363 w 12725"/>
                  <a:gd name="connsiteY3" fmla="*/ 0 h 12725"/>
                  <a:gd name="connsiteX4" fmla="*/ 12726 w 12725"/>
                  <a:gd name="connsiteY4" fmla="*/ 6363 h 12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25" h="12725">
                    <a:moveTo>
                      <a:pt x="12726" y="6363"/>
                    </a:moveTo>
                    <a:cubicBezTo>
                      <a:pt x="12726" y="9877"/>
                      <a:pt x="9877" y="12726"/>
                      <a:pt x="6363" y="12726"/>
                    </a:cubicBezTo>
                    <a:cubicBezTo>
                      <a:pt x="2849" y="12726"/>
                      <a:pt x="0" y="9877"/>
                      <a:pt x="0" y="6363"/>
                    </a:cubicBezTo>
                    <a:cubicBezTo>
                      <a:pt x="0" y="2849"/>
                      <a:pt x="2849" y="0"/>
                      <a:pt x="6363" y="0"/>
                    </a:cubicBezTo>
                    <a:cubicBezTo>
                      <a:pt x="9877" y="0"/>
                      <a:pt x="12726" y="2849"/>
                      <a:pt x="12726" y="6363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 dirty="0">
                  <a:cs typeface="+mn-ea"/>
                  <a:sym typeface="+mn-lt"/>
                </a:endParaRPr>
              </a:p>
            </p:txBody>
          </p:sp>
          <p:sp>
            <p:nvSpPr>
              <p:cNvPr id="12" name="Freeform: Shape 24"/>
              <p:cNvSpPr/>
              <p:nvPr/>
            </p:nvSpPr>
            <p:spPr>
              <a:xfrm>
                <a:off x="5717253" y="1941765"/>
                <a:ext cx="12726" cy="12726"/>
              </a:xfrm>
              <a:custGeom>
                <a:avLst/>
                <a:gdLst>
                  <a:gd name="connsiteX0" fmla="*/ 12726 w 12725"/>
                  <a:gd name="connsiteY0" fmla="*/ 6363 h 12725"/>
                  <a:gd name="connsiteX1" fmla="*/ 6363 w 12725"/>
                  <a:gd name="connsiteY1" fmla="*/ 12726 h 12725"/>
                  <a:gd name="connsiteX2" fmla="*/ 0 w 12725"/>
                  <a:gd name="connsiteY2" fmla="*/ 6363 h 12725"/>
                  <a:gd name="connsiteX3" fmla="*/ 6363 w 12725"/>
                  <a:gd name="connsiteY3" fmla="*/ 0 h 12725"/>
                  <a:gd name="connsiteX4" fmla="*/ 12726 w 12725"/>
                  <a:gd name="connsiteY4" fmla="*/ 6363 h 12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25" h="12725">
                    <a:moveTo>
                      <a:pt x="12726" y="6363"/>
                    </a:moveTo>
                    <a:cubicBezTo>
                      <a:pt x="12726" y="9877"/>
                      <a:pt x="9877" y="12726"/>
                      <a:pt x="6363" y="12726"/>
                    </a:cubicBezTo>
                    <a:cubicBezTo>
                      <a:pt x="2849" y="12726"/>
                      <a:pt x="0" y="9877"/>
                      <a:pt x="0" y="6363"/>
                    </a:cubicBezTo>
                    <a:cubicBezTo>
                      <a:pt x="0" y="2849"/>
                      <a:pt x="2849" y="0"/>
                      <a:pt x="6363" y="0"/>
                    </a:cubicBezTo>
                    <a:cubicBezTo>
                      <a:pt x="9877" y="0"/>
                      <a:pt x="12726" y="2849"/>
                      <a:pt x="12726" y="6363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 dirty="0">
                  <a:cs typeface="+mn-ea"/>
                  <a:sym typeface="+mn-lt"/>
                </a:endParaRPr>
              </a:p>
            </p:txBody>
          </p:sp>
          <p:sp>
            <p:nvSpPr>
              <p:cNvPr id="13" name="Freeform: Shape 25"/>
              <p:cNvSpPr/>
              <p:nvPr/>
            </p:nvSpPr>
            <p:spPr>
              <a:xfrm>
                <a:off x="5780882" y="1874953"/>
                <a:ext cx="12726" cy="12726"/>
              </a:xfrm>
              <a:custGeom>
                <a:avLst/>
                <a:gdLst>
                  <a:gd name="connsiteX0" fmla="*/ 12726 w 12725"/>
                  <a:gd name="connsiteY0" fmla="*/ 6363 h 12725"/>
                  <a:gd name="connsiteX1" fmla="*/ 6363 w 12725"/>
                  <a:gd name="connsiteY1" fmla="*/ 12726 h 12725"/>
                  <a:gd name="connsiteX2" fmla="*/ 0 w 12725"/>
                  <a:gd name="connsiteY2" fmla="*/ 6363 h 12725"/>
                  <a:gd name="connsiteX3" fmla="*/ 6363 w 12725"/>
                  <a:gd name="connsiteY3" fmla="*/ 0 h 12725"/>
                  <a:gd name="connsiteX4" fmla="*/ 12726 w 12725"/>
                  <a:gd name="connsiteY4" fmla="*/ 6363 h 12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25" h="12725">
                    <a:moveTo>
                      <a:pt x="12726" y="6363"/>
                    </a:moveTo>
                    <a:cubicBezTo>
                      <a:pt x="12726" y="9877"/>
                      <a:pt x="9877" y="12726"/>
                      <a:pt x="6363" y="12726"/>
                    </a:cubicBezTo>
                    <a:cubicBezTo>
                      <a:pt x="2849" y="12726"/>
                      <a:pt x="0" y="9877"/>
                      <a:pt x="0" y="6363"/>
                    </a:cubicBezTo>
                    <a:cubicBezTo>
                      <a:pt x="0" y="2849"/>
                      <a:pt x="2849" y="0"/>
                      <a:pt x="6363" y="0"/>
                    </a:cubicBezTo>
                    <a:cubicBezTo>
                      <a:pt x="9877" y="0"/>
                      <a:pt x="12726" y="2849"/>
                      <a:pt x="12726" y="6363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 dirty="0">
                  <a:cs typeface="+mn-ea"/>
                  <a:sym typeface="+mn-lt"/>
                </a:endParaRPr>
              </a:p>
            </p:txBody>
          </p:sp>
          <p:sp>
            <p:nvSpPr>
              <p:cNvPr id="14" name="Freeform: Shape 26"/>
              <p:cNvSpPr/>
              <p:nvPr/>
            </p:nvSpPr>
            <p:spPr>
              <a:xfrm>
                <a:off x="5653623" y="1874953"/>
                <a:ext cx="12726" cy="12726"/>
              </a:xfrm>
              <a:custGeom>
                <a:avLst/>
                <a:gdLst>
                  <a:gd name="connsiteX0" fmla="*/ 12726 w 12725"/>
                  <a:gd name="connsiteY0" fmla="*/ 6363 h 12725"/>
                  <a:gd name="connsiteX1" fmla="*/ 6363 w 12725"/>
                  <a:gd name="connsiteY1" fmla="*/ 12726 h 12725"/>
                  <a:gd name="connsiteX2" fmla="*/ 0 w 12725"/>
                  <a:gd name="connsiteY2" fmla="*/ 6363 h 12725"/>
                  <a:gd name="connsiteX3" fmla="*/ 6363 w 12725"/>
                  <a:gd name="connsiteY3" fmla="*/ 0 h 12725"/>
                  <a:gd name="connsiteX4" fmla="*/ 12726 w 12725"/>
                  <a:gd name="connsiteY4" fmla="*/ 6363 h 12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25" h="12725">
                    <a:moveTo>
                      <a:pt x="12726" y="6363"/>
                    </a:moveTo>
                    <a:cubicBezTo>
                      <a:pt x="12726" y="9877"/>
                      <a:pt x="9877" y="12726"/>
                      <a:pt x="6363" y="12726"/>
                    </a:cubicBezTo>
                    <a:cubicBezTo>
                      <a:pt x="2849" y="12726"/>
                      <a:pt x="0" y="9877"/>
                      <a:pt x="0" y="6363"/>
                    </a:cubicBezTo>
                    <a:cubicBezTo>
                      <a:pt x="0" y="2849"/>
                      <a:pt x="2849" y="0"/>
                      <a:pt x="6363" y="0"/>
                    </a:cubicBezTo>
                    <a:cubicBezTo>
                      <a:pt x="9877" y="0"/>
                      <a:pt x="12726" y="2849"/>
                      <a:pt x="12726" y="6363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 dirty="0">
                  <a:cs typeface="+mn-ea"/>
                  <a:sym typeface="+mn-lt"/>
                </a:endParaRPr>
              </a:p>
            </p:txBody>
          </p:sp>
          <p:sp>
            <p:nvSpPr>
              <p:cNvPr id="15" name="Freeform: Shape 27"/>
              <p:cNvSpPr/>
              <p:nvPr/>
            </p:nvSpPr>
            <p:spPr>
              <a:xfrm>
                <a:off x="5717253" y="1836776"/>
                <a:ext cx="41359" cy="79537"/>
              </a:xfrm>
              <a:custGeom>
                <a:avLst/>
                <a:gdLst>
                  <a:gd name="connsiteX0" fmla="*/ 12726 w 41359"/>
                  <a:gd name="connsiteY0" fmla="*/ 0 h 79537"/>
                  <a:gd name="connsiteX1" fmla="*/ 0 w 41359"/>
                  <a:gd name="connsiteY1" fmla="*/ 0 h 79537"/>
                  <a:gd name="connsiteX2" fmla="*/ 0 w 41359"/>
                  <a:gd name="connsiteY2" fmla="*/ 44541 h 79537"/>
                  <a:gd name="connsiteX3" fmla="*/ 1909 w 41359"/>
                  <a:gd name="connsiteY3" fmla="*/ 48995 h 79537"/>
                  <a:gd name="connsiteX4" fmla="*/ 33406 w 41359"/>
                  <a:gd name="connsiteY4" fmla="*/ 80492 h 79537"/>
                  <a:gd name="connsiteX5" fmla="*/ 42314 w 41359"/>
                  <a:gd name="connsiteY5" fmla="*/ 71584 h 79537"/>
                  <a:gd name="connsiteX6" fmla="*/ 12726 w 41359"/>
                  <a:gd name="connsiteY6" fmla="*/ 41996 h 79537"/>
                  <a:gd name="connsiteX7" fmla="*/ 12726 w 41359"/>
                  <a:gd name="connsiteY7" fmla="*/ 0 h 79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359" h="79537">
                    <a:moveTo>
                      <a:pt x="12726" y="0"/>
                    </a:moveTo>
                    <a:lnTo>
                      <a:pt x="0" y="0"/>
                    </a:lnTo>
                    <a:lnTo>
                      <a:pt x="0" y="44541"/>
                    </a:lnTo>
                    <a:cubicBezTo>
                      <a:pt x="0" y="46132"/>
                      <a:pt x="636" y="47722"/>
                      <a:pt x="1909" y="48995"/>
                    </a:cubicBezTo>
                    <a:lnTo>
                      <a:pt x="33406" y="80492"/>
                    </a:lnTo>
                    <a:lnTo>
                      <a:pt x="42314" y="71584"/>
                    </a:lnTo>
                    <a:lnTo>
                      <a:pt x="12726" y="41996"/>
                    </a:lnTo>
                    <a:lnTo>
                      <a:pt x="12726" y="0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 dirty="0">
                  <a:cs typeface="+mn-ea"/>
                  <a:sym typeface="+mn-lt"/>
                </a:endParaRPr>
              </a:p>
            </p:txBody>
          </p:sp>
          <p:sp>
            <p:nvSpPr>
              <p:cNvPr id="16" name="Freeform: Shape 28"/>
              <p:cNvSpPr/>
              <p:nvPr/>
            </p:nvSpPr>
            <p:spPr>
              <a:xfrm>
                <a:off x="5615542" y="1744512"/>
                <a:ext cx="216341" cy="244975"/>
              </a:xfrm>
              <a:custGeom>
                <a:avLst/>
                <a:gdLst>
                  <a:gd name="connsiteX0" fmla="*/ 108073 w 216341"/>
                  <a:gd name="connsiteY0" fmla="*/ 229067 h 244974"/>
                  <a:gd name="connsiteX1" fmla="*/ 18992 w 216341"/>
                  <a:gd name="connsiteY1" fmla="*/ 139986 h 244974"/>
                  <a:gd name="connsiteX2" fmla="*/ 108073 w 216341"/>
                  <a:gd name="connsiteY2" fmla="*/ 50904 h 244974"/>
                  <a:gd name="connsiteX3" fmla="*/ 197155 w 216341"/>
                  <a:gd name="connsiteY3" fmla="*/ 139986 h 244974"/>
                  <a:gd name="connsiteX4" fmla="*/ 108073 w 216341"/>
                  <a:gd name="connsiteY4" fmla="*/ 229067 h 244974"/>
                  <a:gd name="connsiteX5" fmla="*/ 108073 w 216341"/>
                  <a:gd name="connsiteY5" fmla="*/ 229067 h 244974"/>
                  <a:gd name="connsiteX6" fmla="*/ 183475 w 216341"/>
                  <a:gd name="connsiteY6" fmla="*/ 62357 h 244974"/>
                  <a:gd name="connsiteX7" fmla="*/ 193019 w 216341"/>
                  <a:gd name="connsiteY7" fmla="*/ 52813 h 244974"/>
                  <a:gd name="connsiteX8" fmla="*/ 192701 w 216341"/>
                  <a:gd name="connsiteY8" fmla="*/ 39450 h 244974"/>
                  <a:gd name="connsiteX9" fmla="*/ 179339 w 216341"/>
                  <a:gd name="connsiteY9" fmla="*/ 39132 h 244974"/>
                  <a:gd name="connsiteX10" fmla="*/ 168522 w 216341"/>
                  <a:gd name="connsiteY10" fmla="*/ 50268 h 244974"/>
                  <a:gd name="connsiteX11" fmla="*/ 117618 w 216341"/>
                  <a:gd name="connsiteY11" fmla="*/ 32451 h 244974"/>
                  <a:gd name="connsiteX12" fmla="*/ 117618 w 216341"/>
                  <a:gd name="connsiteY12" fmla="*/ 19089 h 244974"/>
                  <a:gd name="connsiteX13" fmla="*/ 146251 w 216341"/>
                  <a:gd name="connsiteY13" fmla="*/ 19089 h 244974"/>
                  <a:gd name="connsiteX14" fmla="*/ 146251 w 216341"/>
                  <a:gd name="connsiteY14" fmla="*/ 0 h 244974"/>
                  <a:gd name="connsiteX15" fmla="*/ 69896 w 216341"/>
                  <a:gd name="connsiteY15" fmla="*/ 0 h 244974"/>
                  <a:gd name="connsiteX16" fmla="*/ 69896 w 216341"/>
                  <a:gd name="connsiteY16" fmla="*/ 19089 h 244974"/>
                  <a:gd name="connsiteX17" fmla="*/ 98529 w 216341"/>
                  <a:gd name="connsiteY17" fmla="*/ 19089 h 244974"/>
                  <a:gd name="connsiteX18" fmla="*/ 98529 w 216341"/>
                  <a:gd name="connsiteY18" fmla="*/ 32133 h 244974"/>
                  <a:gd name="connsiteX19" fmla="*/ 857 w 216341"/>
                  <a:gd name="connsiteY19" fmla="*/ 126305 h 244974"/>
                  <a:gd name="connsiteX20" fmla="*/ 72123 w 216341"/>
                  <a:gd name="connsiteY20" fmla="*/ 241793 h 244974"/>
                  <a:gd name="connsiteX21" fmla="*/ 200337 w 216341"/>
                  <a:gd name="connsiteY21" fmla="*/ 196934 h 244974"/>
                  <a:gd name="connsiteX22" fmla="*/ 183475 w 216341"/>
                  <a:gd name="connsiteY22" fmla="*/ 62357 h 244974"/>
                  <a:gd name="connsiteX23" fmla="*/ 183475 w 216341"/>
                  <a:gd name="connsiteY23" fmla="*/ 62357 h 244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6341" h="244974">
                    <a:moveTo>
                      <a:pt x="108073" y="229067"/>
                    </a:moveTo>
                    <a:cubicBezTo>
                      <a:pt x="58760" y="229067"/>
                      <a:pt x="18992" y="189299"/>
                      <a:pt x="18992" y="139986"/>
                    </a:cubicBezTo>
                    <a:cubicBezTo>
                      <a:pt x="18992" y="90672"/>
                      <a:pt x="58760" y="50904"/>
                      <a:pt x="108073" y="50904"/>
                    </a:cubicBezTo>
                    <a:cubicBezTo>
                      <a:pt x="157386" y="50904"/>
                      <a:pt x="197155" y="90672"/>
                      <a:pt x="197155" y="139986"/>
                    </a:cubicBezTo>
                    <a:cubicBezTo>
                      <a:pt x="197155" y="189299"/>
                      <a:pt x="157386" y="229067"/>
                      <a:pt x="108073" y="229067"/>
                    </a:cubicBezTo>
                    <a:lnTo>
                      <a:pt x="108073" y="229067"/>
                    </a:lnTo>
                    <a:close/>
                    <a:moveTo>
                      <a:pt x="183475" y="62357"/>
                    </a:moveTo>
                    <a:lnTo>
                      <a:pt x="193019" y="52813"/>
                    </a:lnTo>
                    <a:cubicBezTo>
                      <a:pt x="196519" y="48995"/>
                      <a:pt x="196519" y="43268"/>
                      <a:pt x="192701" y="39450"/>
                    </a:cubicBezTo>
                    <a:cubicBezTo>
                      <a:pt x="189201" y="35951"/>
                      <a:pt x="183157" y="35633"/>
                      <a:pt x="179339" y="39132"/>
                    </a:cubicBezTo>
                    <a:lnTo>
                      <a:pt x="168522" y="50268"/>
                    </a:lnTo>
                    <a:cubicBezTo>
                      <a:pt x="153251" y="40087"/>
                      <a:pt x="135752" y="33724"/>
                      <a:pt x="117618" y="32451"/>
                    </a:cubicBezTo>
                    <a:lnTo>
                      <a:pt x="117618" y="19089"/>
                    </a:lnTo>
                    <a:lnTo>
                      <a:pt x="146251" y="19089"/>
                    </a:lnTo>
                    <a:lnTo>
                      <a:pt x="146251" y="0"/>
                    </a:lnTo>
                    <a:lnTo>
                      <a:pt x="69896" y="0"/>
                    </a:lnTo>
                    <a:lnTo>
                      <a:pt x="69896" y="19089"/>
                    </a:lnTo>
                    <a:lnTo>
                      <a:pt x="98529" y="19089"/>
                    </a:lnTo>
                    <a:lnTo>
                      <a:pt x="98529" y="32133"/>
                    </a:lnTo>
                    <a:cubicBezTo>
                      <a:pt x="47943" y="36587"/>
                      <a:pt x="7220" y="75719"/>
                      <a:pt x="857" y="126305"/>
                    </a:cubicBezTo>
                    <a:cubicBezTo>
                      <a:pt x="-5506" y="176891"/>
                      <a:pt x="24082" y="224931"/>
                      <a:pt x="72123" y="241793"/>
                    </a:cubicBezTo>
                    <a:cubicBezTo>
                      <a:pt x="120163" y="258655"/>
                      <a:pt x="173294" y="240202"/>
                      <a:pt x="200337" y="196934"/>
                    </a:cubicBezTo>
                    <a:cubicBezTo>
                      <a:pt x="227379" y="153666"/>
                      <a:pt x="219744" y="97672"/>
                      <a:pt x="183475" y="62357"/>
                    </a:cubicBezTo>
                    <a:lnTo>
                      <a:pt x="183475" y="62357"/>
                    </a:lnTo>
                    <a:close/>
                  </a:path>
                </a:pathLst>
              </a:custGeom>
              <a:solidFill>
                <a:schemeClr val="bg1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 dirty="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7" name="组合 16"/>
          <p:cNvGrpSpPr/>
          <p:nvPr/>
        </p:nvGrpSpPr>
        <p:grpSpPr>
          <a:xfrm>
            <a:off x="3950737" y="2509411"/>
            <a:ext cx="744480" cy="855649"/>
            <a:chOff x="3950737" y="2509411"/>
            <a:chExt cx="744480" cy="855649"/>
          </a:xfrm>
        </p:grpSpPr>
        <p:sp>
          <p:nvSpPr>
            <p:cNvPr id="18" name="Freeform: Shape 14"/>
            <p:cNvSpPr/>
            <p:nvPr/>
          </p:nvSpPr>
          <p:spPr>
            <a:xfrm>
              <a:off x="3950737" y="2509411"/>
              <a:ext cx="744480" cy="855649"/>
            </a:xfrm>
            <a:custGeom>
              <a:avLst/>
              <a:gdLst>
                <a:gd name="connsiteX0" fmla="*/ 325254 w 650508"/>
                <a:gd name="connsiteY0" fmla="*/ 0 h 747644"/>
                <a:gd name="connsiteX1" fmla="*/ 650508 w 650508"/>
                <a:gd name="connsiteY1" fmla="*/ 325254 h 747644"/>
                <a:gd name="connsiteX2" fmla="*/ 451858 w 650508"/>
                <a:gd name="connsiteY2" fmla="*/ 624948 h 747644"/>
                <a:gd name="connsiteX3" fmla="*/ 422734 w 650508"/>
                <a:gd name="connsiteY3" fmla="*/ 633989 h 747644"/>
                <a:gd name="connsiteX4" fmla="*/ 325254 w 650508"/>
                <a:gd name="connsiteY4" fmla="*/ 747644 h 747644"/>
                <a:gd name="connsiteX5" fmla="*/ 227774 w 650508"/>
                <a:gd name="connsiteY5" fmla="*/ 633989 h 747644"/>
                <a:gd name="connsiteX6" fmla="*/ 198651 w 650508"/>
                <a:gd name="connsiteY6" fmla="*/ 624948 h 747644"/>
                <a:gd name="connsiteX7" fmla="*/ 0 w 650508"/>
                <a:gd name="connsiteY7" fmla="*/ 325254 h 747644"/>
                <a:gd name="connsiteX8" fmla="*/ 325254 w 650508"/>
                <a:gd name="connsiteY8" fmla="*/ 0 h 74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0508" h="747644">
                  <a:moveTo>
                    <a:pt x="325254" y="0"/>
                  </a:moveTo>
                  <a:cubicBezTo>
                    <a:pt x="504887" y="0"/>
                    <a:pt x="650508" y="145621"/>
                    <a:pt x="650508" y="325254"/>
                  </a:cubicBezTo>
                  <a:cubicBezTo>
                    <a:pt x="650508" y="459979"/>
                    <a:pt x="568596" y="575572"/>
                    <a:pt x="451858" y="624948"/>
                  </a:cubicBezTo>
                  <a:lnTo>
                    <a:pt x="422734" y="633989"/>
                  </a:lnTo>
                  <a:lnTo>
                    <a:pt x="325254" y="747644"/>
                  </a:lnTo>
                  <a:lnTo>
                    <a:pt x="227774" y="633989"/>
                  </a:lnTo>
                  <a:lnTo>
                    <a:pt x="198651" y="624948"/>
                  </a:lnTo>
                  <a:cubicBezTo>
                    <a:pt x="81912" y="575572"/>
                    <a:pt x="0" y="459979"/>
                    <a:pt x="0" y="325254"/>
                  </a:cubicBezTo>
                  <a:cubicBezTo>
                    <a:pt x="0" y="145621"/>
                    <a:pt x="145621" y="0"/>
                    <a:pt x="3252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>
                <a:cs typeface="+mn-ea"/>
                <a:sym typeface="+mn-lt"/>
              </a:endParaRPr>
            </a:p>
          </p:txBody>
        </p:sp>
        <p:grpSp>
          <p:nvGrpSpPr>
            <p:cNvPr id="19" name="Group 21"/>
            <p:cNvGrpSpPr/>
            <p:nvPr/>
          </p:nvGrpSpPr>
          <p:grpSpPr>
            <a:xfrm>
              <a:off x="4228309" y="2752918"/>
              <a:ext cx="189336" cy="305851"/>
              <a:chOff x="7437517" y="1734968"/>
              <a:chExt cx="165437" cy="267245"/>
            </a:xfrm>
            <a:solidFill>
              <a:schemeClr val="bg1"/>
            </a:solidFill>
          </p:grpSpPr>
          <p:sp>
            <p:nvSpPr>
              <p:cNvPr id="20" name="Freeform: Shape 30"/>
              <p:cNvSpPr/>
              <p:nvPr/>
            </p:nvSpPr>
            <p:spPr>
              <a:xfrm>
                <a:off x="7478876" y="1919494"/>
                <a:ext cx="82719" cy="19089"/>
              </a:xfrm>
              <a:custGeom>
                <a:avLst/>
                <a:gdLst>
                  <a:gd name="connsiteX0" fmla="*/ 9544 w 82718"/>
                  <a:gd name="connsiteY0" fmla="*/ 0 h 19088"/>
                  <a:gd name="connsiteX1" fmla="*/ 73174 w 82718"/>
                  <a:gd name="connsiteY1" fmla="*/ 0 h 19088"/>
                  <a:gd name="connsiteX2" fmla="*/ 82719 w 82718"/>
                  <a:gd name="connsiteY2" fmla="*/ 9544 h 19088"/>
                  <a:gd name="connsiteX3" fmla="*/ 73174 w 82718"/>
                  <a:gd name="connsiteY3" fmla="*/ 19089 h 19088"/>
                  <a:gd name="connsiteX4" fmla="*/ 9544 w 82718"/>
                  <a:gd name="connsiteY4" fmla="*/ 19089 h 19088"/>
                  <a:gd name="connsiteX5" fmla="*/ 0 w 82718"/>
                  <a:gd name="connsiteY5" fmla="*/ 9544 h 19088"/>
                  <a:gd name="connsiteX6" fmla="*/ 9544 w 82718"/>
                  <a:gd name="connsiteY6" fmla="*/ 0 h 190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2718" h="19088">
                    <a:moveTo>
                      <a:pt x="9544" y="0"/>
                    </a:moveTo>
                    <a:lnTo>
                      <a:pt x="73174" y="0"/>
                    </a:lnTo>
                    <a:cubicBezTo>
                      <a:pt x="78583" y="0"/>
                      <a:pt x="82719" y="4136"/>
                      <a:pt x="82719" y="9544"/>
                    </a:cubicBezTo>
                    <a:cubicBezTo>
                      <a:pt x="82719" y="14953"/>
                      <a:pt x="78583" y="19089"/>
                      <a:pt x="73174" y="19089"/>
                    </a:cubicBezTo>
                    <a:lnTo>
                      <a:pt x="9544" y="19089"/>
                    </a:lnTo>
                    <a:cubicBezTo>
                      <a:pt x="4136" y="19089"/>
                      <a:pt x="0" y="14953"/>
                      <a:pt x="0" y="9544"/>
                    </a:cubicBezTo>
                    <a:cubicBezTo>
                      <a:pt x="0" y="4136"/>
                      <a:pt x="4136" y="0"/>
                      <a:pt x="9544" y="0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 dirty="0">
                  <a:cs typeface="+mn-ea"/>
                  <a:sym typeface="+mn-lt"/>
                </a:endParaRPr>
              </a:p>
            </p:txBody>
          </p:sp>
          <p:sp>
            <p:nvSpPr>
              <p:cNvPr id="21" name="Freeform: Shape 31"/>
              <p:cNvSpPr/>
              <p:nvPr/>
            </p:nvSpPr>
            <p:spPr>
              <a:xfrm>
                <a:off x="7478876" y="1951309"/>
                <a:ext cx="82719" cy="19089"/>
              </a:xfrm>
              <a:custGeom>
                <a:avLst/>
                <a:gdLst>
                  <a:gd name="connsiteX0" fmla="*/ 9544 w 82718"/>
                  <a:gd name="connsiteY0" fmla="*/ 0 h 19088"/>
                  <a:gd name="connsiteX1" fmla="*/ 73174 w 82718"/>
                  <a:gd name="connsiteY1" fmla="*/ 0 h 19088"/>
                  <a:gd name="connsiteX2" fmla="*/ 82719 w 82718"/>
                  <a:gd name="connsiteY2" fmla="*/ 9544 h 19088"/>
                  <a:gd name="connsiteX3" fmla="*/ 73174 w 82718"/>
                  <a:gd name="connsiteY3" fmla="*/ 19089 h 19088"/>
                  <a:gd name="connsiteX4" fmla="*/ 9544 w 82718"/>
                  <a:gd name="connsiteY4" fmla="*/ 19089 h 19088"/>
                  <a:gd name="connsiteX5" fmla="*/ 0 w 82718"/>
                  <a:gd name="connsiteY5" fmla="*/ 9544 h 19088"/>
                  <a:gd name="connsiteX6" fmla="*/ 9544 w 82718"/>
                  <a:gd name="connsiteY6" fmla="*/ 0 h 190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2718" h="19088">
                    <a:moveTo>
                      <a:pt x="9544" y="0"/>
                    </a:moveTo>
                    <a:lnTo>
                      <a:pt x="73174" y="0"/>
                    </a:lnTo>
                    <a:cubicBezTo>
                      <a:pt x="78583" y="0"/>
                      <a:pt x="82719" y="4136"/>
                      <a:pt x="82719" y="9544"/>
                    </a:cubicBezTo>
                    <a:cubicBezTo>
                      <a:pt x="82719" y="14953"/>
                      <a:pt x="78583" y="19089"/>
                      <a:pt x="73174" y="19089"/>
                    </a:cubicBezTo>
                    <a:lnTo>
                      <a:pt x="9544" y="19089"/>
                    </a:lnTo>
                    <a:cubicBezTo>
                      <a:pt x="4136" y="19089"/>
                      <a:pt x="0" y="14953"/>
                      <a:pt x="0" y="9544"/>
                    </a:cubicBezTo>
                    <a:cubicBezTo>
                      <a:pt x="0" y="4136"/>
                      <a:pt x="4136" y="0"/>
                      <a:pt x="9544" y="0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 dirty="0">
                  <a:cs typeface="+mn-ea"/>
                  <a:sym typeface="+mn-lt"/>
                </a:endParaRPr>
              </a:p>
            </p:txBody>
          </p:sp>
          <p:sp>
            <p:nvSpPr>
              <p:cNvPr id="22" name="Freeform: Shape 32"/>
              <p:cNvSpPr/>
              <p:nvPr/>
            </p:nvSpPr>
            <p:spPr>
              <a:xfrm>
                <a:off x="7499556" y="1983124"/>
                <a:ext cx="41359" cy="19089"/>
              </a:xfrm>
              <a:custGeom>
                <a:avLst/>
                <a:gdLst>
                  <a:gd name="connsiteX0" fmla="*/ 0 w 41359"/>
                  <a:gd name="connsiteY0" fmla="*/ 0 h 19088"/>
                  <a:gd name="connsiteX1" fmla="*/ 20680 w 41359"/>
                  <a:gd name="connsiteY1" fmla="*/ 19089 h 19088"/>
                  <a:gd name="connsiteX2" fmla="*/ 41359 w 41359"/>
                  <a:gd name="connsiteY2" fmla="*/ 0 h 19088"/>
                  <a:gd name="connsiteX3" fmla="*/ 0 w 41359"/>
                  <a:gd name="connsiteY3" fmla="*/ 0 h 190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1359" h="19088">
                    <a:moveTo>
                      <a:pt x="0" y="0"/>
                    </a:moveTo>
                    <a:cubicBezTo>
                      <a:pt x="954" y="10817"/>
                      <a:pt x="9863" y="19089"/>
                      <a:pt x="20680" y="19089"/>
                    </a:cubicBezTo>
                    <a:cubicBezTo>
                      <a:pt x="31497" y="19089"/>
                      <a:pt x="40405" y="10817"/>
                      <a:pt x="4135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 dirty="0">
                  <a:cs typeface="+mn-ea"/>
                  <a:sym typeface="+mn-lt"/>
                </a:endParaRPr>
              </a:p>
            </p:txBody>
          </p:sp>
          <p:sp>
            <p:nvSpPr>
              <p:cNvPr id="23" name="Freeform: Shape 33"/>
              <p:cNvSpPr/>
              <p:nvPr/>
            </p:nvSpPr>
            <p:spPr>
              <a:xfrm>
                <a:off x="7437517" y="1734968"/>
                <a:ext cx="165437" cy="171800"/>
              </a:xfrm>
              <a:custGeom>
                <a:avLst/>
                <a:gdLst>
                  <a:gd name="connsiteX0" fmla="*/ 82719 w 165437"/>
                  <a:gd name="connsiteY0" fmla="*/ 0 h 171800"/>
                  <a:gd name="connsiteX1" fmla="*/ 82719 w 165437"/>
                  <a:gd name="connsiteY1" fmla="*/ 0 h 171800"/>
                  <a:gd name="connsiteX2" fmla="*/ 82719 w 165437"/>
                  <a:gd name="connsiteY2" fmla="*/ 0 h 171800"/>
                  <a:gd name="connsiteX3" fmla="*/ 0 w 165437"/>
                  <a:gd name="connsiteY3" fmla="*/ 81764 h 171800"/>
                  <a:gd name="connsiteX4" fmla="*/ 0 w 165437"/>
                  <a:gd name="connsiteY4" fmla="*/ 84628 h 171800"/>
                  <a:gd name="connsiteX5" fmla="*/ 5727 w 165437"/>
                  <a:gd name="connsiteY5" fmla="*/ 113261 h 171800"/>
                  <a:gd name="connsiteX6" fmla="*/ 20043 w 165437"/>
                  <a:gd name="connsiteY6" fmla="*/ 136804 h 171800"/>
                  <a:gd name="connsiteX7" fmla="*/ 39450 w 165437"/>
                  <a:gd name="connsiteY7" fmla="*/ 168301 h 171800"/>
                  <a:gd name="connsiteX8" fmla="*/ 45177 w 165437"/>
                  <a:gd name="connsiteY8" fmla="*/ 171800 h 171800"/>
                  <a:gd name="connsiteX9" fmla="*/ 120260 w 165437"/>
                  <a:gd name="connsiteY9" fmla="*/ 171800 h 171800"/>
                  <a:gd name="connsiteX10" fmla="*/ 125987 w 165437"/>
                  <a:gd name="connsiteY10" fmla="*/ 168301 h 171800"/>
                  <a:gd name="connsiteX11" fmla="*/ 145394 w 165437"/>
                  <a:gd name="connsiteY11" fmla="*/ 136804 h 171800"/>
                  <a:gd name="connsiteX12" fmla="*/ 159711 w 165437"/>
                  <a:gd name="connsiteY12" fmla="*/ 113261 h 171800"/>
                  <a:gd name="connsiteX13" fmla="*/ 165437 w 165437"/>
                  <a:gd name="connsiteY13" fmla="*/ 84628 h 171800"/>
                  <a:gd name="connsiteX14" fmla="*/ 165437 w 165437"/>
                  <a:gd name="connsiteY14" fmla="*/ 81764 h 171800"/>
                  <a:gd name="connsiteX15" fmla="*/ 82719 w 165437"/>
                  <a:gd name="connsiteY15" fmla="*/ 0 h 171800"/>
                  <a:gd name="connsiteX16" fmla="*/ 146349 w 165437"/>
                  <a:gd name="connsiteY16" fmla="*/ 84309 h 171800"/>
                  <a:gd name="connsiteX17" fmla="*/ 141894 w 165437"/>
                  <a:gd name="connsiteY17" fmla="*/ 106580 h 171800"/>
                  <a:gd name="connsiteX18" fmla="*/ 131077 w 165437"/>
                  <a:gd name="connsiteY18" fmla="*/ 124078 h 171800"/>
                  <a:gd name="connsiteX19" fmla="*/ 112625 w 165437"/>
                  <a:gd name="connsiteY19" fmla="*/ 152712 h 171800"/>
                  <a:gd name="connsiteX20" fmla="*/ 82719 w 165437"/>
                  <a:gd name="connsiteY20" fmla="*/ 152712 h 171800"/>
                  <a:gd name="connsiteX21" fmla="*/ 53131 w 165437"/>
                  <a:gd name="connsiteY21" fmla="*/ 152712 h 171800"/>
                  <a:gd name="connsiteX22" fmla="*/ 34678 w 165437"/>
                  <a:gd name="connsiteY22" fmla="*/ 124078 h 171800"/>
                  <a:gd name="connsiteX23" fmla="*/ 23861 w 165437"/>
                  <a:gd name="connsiteY23" fmla="*/ 106580 h 171800"/>
                  <a:gd name="connsiteX24" fmla="*/ 19407 w 165437"/>
                  <a:gd name="connsiteY24" fmla="*/ 84309 h 171800"/>
                  <a:gd name="connsiteX25" fmla="*/ 19407 w 165437"/>
                  <a:gd name="connsiteY25" fmla="*/ 81764 h 171800"/>
                  <a:gd name="connsiteX26" fmla="*/ 83037 w 165437"/>
                  <a:gd name="connsiteY26" fmla="*/ 18771 h 171800"/>
                  <a:gd name="connsiteX27" fmla="*/ 83037 w 165437"/>
                  <a:gd name="connsiteY27" fmla="*/ 18771 h 171800"/>
                  <a:gd name="connsiteX28" fmla="*/ 83037 w 165437"/>
                  <a:gd name="connsiteY28" fmla="*/ 18771 h 171800"/>
                  <a:gd name="connsiteX29" fmla="*/ 83037 w 165437"/>
                  <a:gd name="connsiteY29" fmla="*/ 18771 h 171800"/>
                  <a:gd name="connsiteX30" fmla="*/ 83037 w 165437"/>
                  <a:gd name="connsiteY30" fmla="*/ 18771 h 171800"/>
                  <a:gd name="connsiteX31" fmla="*/ 83037 w 165437"/>
                  <a:gd name="connsiteY31" fmla="*/ 18771 h 171800"/>
                  <a:gd name="connsiteX32" fmla="*/ 83037 w 165437"/>
                  <a:gd name="connsiteY32" fmla="*/ 18771 h 171800"/>
                  <a:gd name="connsiteX33" fmla="*/ 146667 w 165437"/>
                  <a:gd name="connsiteY33" fmla="*/ 81764 h 171800"/>
                  <a:gd name="connsiteX34" fmla="*/ 146667 w 165437"/>
                  <a:gd name="connsiteY34" fmla="*/ 84309 h 171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65437" h="171800">
                    <a:moveTo>
                      <a:pt x="82719" y="0"/>
                    </a:moveTo>
                    <a:cubicBezTo>
                      <a:pt x="82719" y="0"/>
                      <a:pt x="82719" y="0"/>
                      <a:pt x="82719" y="0"/>
                    </a:cubicBezTo>
                    <a:cubicBezTo>
                      <a:pt x="82719" y="0"/>
                      <a:pt x="82719" y="0"/>
                      <a:pt x="82719" y="0"/>
                    </a:cubicBezTo>
                    <a:cubicBezTo>
                      <a:pt x="37542" y="318"/>
                      <a:pt x="954" y="36587"/>
                      <a:pt x="0" y="81764"/>
                    </a:cubicBezTo>
                    <a:lnTo>
                      <a:pt x="0" y="84628"/>
                    </a:lnTo>
                    <a:cubicBezTo>
                      <a:pt x="318" y="94490"/>
                      <a:pt x="2227" y="104035"/>
                      <a:pt x="5727" y="113261"/>
                    </a:cubicBezTo>
                    <a:cubicBezTo>
                      <a:pt x="9226" y="121851"/>
                      <a:pt x="13999" y="129805"/>
                      <a:pt x="20043" y="136804"/>
                    </a:cubicBezTo>
                    <a:cubicBezTo>
                      <a:pt x="27679" y="145076"/>
                      <a:pt x="35951" y="161302"/>
                      <a:pt x="39450" y="168301"/>
                    </a:cubicBezTo>
                    <a:cubicBezTo>
                      <a:pt x="40405" y="170528"/>
                      <a:pt x="42632" y="171800"/>
                      <a:pt x="45177" y="171800"/>
                    </a:cubicBezTo>
                    <a:lnTo>
                      <a:pt x="120260" y="171800"/>
                    </a:lnTo>
                    <a:cubicBezTo>
                      <a:pt x="122805" y="171800"/>
                      <a:pt x="125033" y="170528"/>
                      <a:pt x="125987" y="168301"/>
                    </a:cubicBezTo>
                    <a:cubicBezTo>
                      <a:pt x="129487" y="161302"/>
                      <a:pt x="137759" y="145076"/>
                      <a:pt x="145394" y="136804"/>
                    </a:cubicBezTo>
                    <a:cubicBezTo>
                      <a:pt x="151439" y="129805"/>
                      <a:pt x="156529" y="121851"/>
                      <a:pt x="159711" y="113261"/>
                    </a:cubicBezTo>
                    <a:cubicBezTo>
                      <a:pt x="163210" y="104035"/>
                      <a:pt x="165119" y="94490"/>
                      <a:pt x="165437" y="84628"/>
                    </a:cubicBezTo>
                    <a:lnTo>
                      <a:pt x="165437" y="81764"/>
                    </a:lnTo>
                    <a:cubicBezTo>
                      <a:pt x="164483" y="36587"/>
                      <a:pt x="127896" y="318"/>
                      <a:pt x="82719" y="0"/>
                    </a:cubicBezTo>
                    <a:close/>
                    <a:moveTo>
                      <a:pt x="146349" y="84309"/>
                    </a:moveTo>
                    <a:cubicBezTo>
                      <a:pt x="146030" y="91945"/>
                      <a:pt x="144440" y="99581"/>
                      <a:pt x="141894" y="106580"/>
                    </a:cubicBezTo>
                    <a:cubicBezTo>
                      <a:pt x="139349" y="112943"/>
                      <a:pt x="135850" y="118988"/>
                      <a:pt x="131077" y="124078"/>
                    </a:cubicBezTo>
                    <a:cubicBezTo>
                      <a:pt x="123760" y="132986"/>
                      <a:pt x="117397" y="142531"/>
                      <a:pt x="112625" y="152712"/>
                    </a:cubicBezTo>
                    <a:lnTo>
                      <a:pt x="82719" y="152712"/>
                    </a:lnTo>
                    <a:lnTo>
                      <a:pt x="53131" y="152712"/>
                    </a:lnTo>
                    <a:cubicBezTo>
                      <a:pt x="48040" y="142531"/>
                      <a:pt x="41678" y="132986"/>
                      <a:pt x="34678" y="124078"/>
                    </a:cubicBezTo>
                    <a:cubicBezTo>
                      <a:pt x="30224" y="118988"/>
                      <a:pt x="26406" y="112943"/>
                      <a:pt x="23861" y="106580"/>
                    </a:cubicBezTo>
                    <a:cubicBezTo>
                      <a:pt x="20998" y="99581"/>
                      <a:pt x="19725" y="91945"/>
                      <a:pt x="19407" y="84309"/>
                    </a:cubicBezTo>
                    <a:lnTo>
                      <a:pt x="19407" y="81764"/>
                    </a:lnTo>
                    <a:cubicBezTo>
                      <a:pt x="20043" y="47086"/>
                      <a:pt x="48359" y="19089"/>
                      <a:pt x="83037" y="18771"/>
                    </a:cubicBezTo>
                    <a:lnTo>
                      <a:pt x="83037" y="18771"/>
                    </a:lnTo>
                    <a:lnTo>
                      <a:pt x="83037" y="18771"/>
                    </a:lnTo>
                    <a:cubicBezTo>
                      <a:pt x="83037" y="18771"/>
                      <a:pt x="83037" y="18771"/>
                      <a:pt x="83037" y="18771"/>
                    </a:cubicBezTo>
                    <a:cubicBezTo>
                      <a:pt x="83037" y="18771"/>
                      <a:pt x="83037" y="18771"/>
                      <a:pt x="83037" y="18771"/>
                    </a:cubicBezTo>
                    <a:lnTo>
                      <a:pt x="83037" y="18771"/>
                    </a:lnTo>
                    <a:lnTo>
                      <a:pt x="83037" y="18771"/>
                    </a:lnTo>
                    <a:cubicBezTo>
                      <a:pt x="117715" y="19089"/>
                      <a:pt x="146030" y="46768"/>
                      <a:pt x="146667" y="81764"/>
                    </a:cubicBezTo>
                    <a:lnTo>
                      <a:pt x="146667" y="84309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 dirty="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4" name="组合 23"/>
          <p:cNvGrpSpPr/>
          <p:nvPr/>
        </p:nvGrpSpPr>
        <p:grpSpPr>
          <a:xfrm>
            <a:off x="6023950" y="2759629"/>
            <a:ext cx="744480" cy="855649"/>
            <a:chOff x="6023950" y="2759629"/>
            <a:chExt cx="744480" cy="855649"/>
          </a:xfrm>
        </p:grpSpPr>
        <p:sp>
          <p:nvSpPr>
            <p:cNvPr id="25" name="Freeform: Shape 16"/>
            <p:cNvSpPr/>
            <p:nvPr/>
          </p:nvSpPr>
          <p:spPr>
            <a:xfrm>
              <a:off x="6023950" y="2759629"/>
              <a:ext cx="744480" cy="855649"/>
            </a:xfrm>
            <a:custGeom>
              <a:avLst/>
              <a:gdLst>
                <a:gd name="connsiteX0" fmla="*/ 325254 w 650508"/>
                <a:gd name="connsiteY0" fmla="*/ 0 h 747644"/>
                <a:gd name="connsiteX1" fmla="*/ 650508 w 650508"/>
                <a:gd name="connsiteY1" fmla="*/ 325254 h 747644"/>
                <a:gd name="connsiteX2" fmla="*/ 451858 w 650508"/>
                <a:gd name="connsiteY2" fmla="*/ 624948 h 747644"/>
                <a:gd name="connsiteX3" fmla="*/ 422734 w 650508"/>
                <a:gd name="connsiteY3" fmla="*/ 633989 h 747644"/>
                <a:gd name="connsiteX4" fmla="*/ 325254 w 650508"/>
                <a:gd name="connsiteY4" fmla="*/ 747644 h 747644"/>
                <a:gd name="connsiteX5" fmla="*/ 227774 w 650508"/>
                <a:gd name="connsiteY5" fmla="*/ 633989 h 747644"/>
                <a:gd name="connsiteX6" fmla="*/ 198651 w 650508"/>
                <a:gd name="connsiteY6" fmla="*/ 624948 h 747644"/>
                <a:gd name="connsiteX7" fmla="*/ 0 w 650508"/>
                <a:gd name="connsiteY7" fmla="*/ 325254 h 747644"/>
                <a:gd name="connsiteX8" fmla="*/ 325254 w 650508"/>
                <a:gd name="connsiteY8" fmla="*/ 0 h 74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0508" h="747644">
                  <a:moveTo>
                    <a:pt x="325254" y="0"/>
                  </a:moveTo>
                  <a:cubicBezTo>
                    <a:pt x="504887" y="0"/>
                    <a:pt x="650508" y="145621"/>
                    <a:pt x="650508" y="325254"/>
                  </a:cubicBezTo>
                  <a:cubicBezTo>
                    <a:pt x="650508" y="459979"/>
                    <a:pt x="568596" y="575572"/>
                    <a:pt x="451858" y="624948"/>
                  </a:cubicBezTo>
                  <a:lnTo>
                    <a:pt x="422734" y="633989"/>
                  </a:lnTo>
                  <a:lnTo>
                    <a:pt x="325254" y="747644"/>
                  </a:lnTo>
                  <a:lnTo>
                    <a:pt x="227774" y="633989"/>
                  </a:lnTo>
                  <a:lnTo>
                    <a:pt x="198651" y="624948"/>
                  </a:lnTo>
                  <a:cubicBezTo>
                    <a:pt x="81912" y="575572"/>
                    <a:pt x="0" y="459979"/>
                    <a:pt x="0" y="325254"/>
                  </a:cubicBezTo>
                  <a:cubicBezTo>
                    <a:pt x="0" y="145621"/>
                    <a:pt x="145621" y="0"/>
                    <a:pt x="3252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>
                <a:cs typeface="+mn-ea"/>
                <a:sym typeface="+mn-lt"/>
              </a:endParaRPr>
            </a:p>
          </p:txBody>
        </p:sp>
        <p:sp>
          <p:nvSpPr>
            <p:cNvPr id="26" name="Graphic 153" descr="Magnifying glass"/>
            <p:cNvSpPr/>
            <p:nvPr/>
          </p:nvSpPr>
          <p:spPr>
            <a:xfrm>
              <a:off x="6243723" y="2966338"/>
              <a:ext cx="284005" cy="284005"/>
            </a:xfrm>
            <a:custGeom>
              <a:avLst/>
              <a:gdLst>
                <a:gd name="connsiteX0" fmla="*/ 244657 w 248156"/>
                <a:gd name="connsiteY0" fmla="*/ 213160 h 248156"/>
                <a:gd name="connsiteX1" fmla="*/ 204888 w 248156"/>
                <a:gd name="connsiteY1" fmla="*/ 173391 h 248156"/>
                <a:gd name="connsiteX2" fmla="*/ 185163 w 248156"/>
                <a:gd name="connsiteY2" fmla="*/ 167346 h 248156"/>
                <a:gd name="connsiteX3" fmla="*/ 171164 w 248156"/>
                <a:gd name="connsiteY3" fmla="*/ 153348 h 248156"/>
                <a:gd name="connsiteX4" fmla="*/ 190889 w 248156"/>
                <a:gd name="connsiteY4" fmla="*/ 95445 h 248156"/>
                <a:gd name="connsiteX5" fmla="*/ 95445 w 248156"/>
                <a:gd name="connsiteY5" fmla="*/ 0 h 248156"/>
                <a:gd name="connsiteX6" fmla="*/ 0 w 248156"/>
                <a:gd name="connsiteY6" fmla="*/ 95445 h 248156"/>
                <a:gd name="connsiteX7" fmla="*/ 95445 w 248156"/>
                <a:gd name="connsiteY7" fmla="*/ 190889 h 248156"/>
                <a:gd name="connsiteX8" fmla="*/ 153348 w 248156"/>
                <a:gd name="connsiteY8" fmla="*/ 171164 h 248156"/>
                <a:gd name="connsiteX9" fmla="*/ 167346 w 248156"/>
                <a:gd name="connsiteY9" fmla="*/ 185163 h 248156"/>
                <a:gd name="connsiteX10" fmla="*/ 173391 w 248156"/>
                <a:gd name="connsiteY10" fmla="*/ 204888 h 248156"/>
                <a:gd name="connsiteX11" fmla="*/ 213160 w 248156"/>
                <a:gd name="connsiteY11" fmla="*/ 244657 h 248156"/>
                <a:gd name="connsiteX12" fmla="*/ 229067 w 248156"/>
                <a:gd name="connsiteY12" fmla="*/ 251338 h 248156"/>
                <a:gd name="connsiteX13" fmla="*/ 244975 w 248156"/>
                <a:gd name="connsiteY13" fmla="*/ 244657 h 248156"/>
                <a:gd name="connsiteX14" fmla="*/ 244657 w 248156"/>
                <a:gd name="connsiteY14" fmla="*/ 213160 h 248156"/>
                <a:gd name="connsiteX15" fmla="*/ 95127 w 248156"/>
                <a:gd name="connsiteY15" fmla="*/ 171482 h 248156"/>
                <a:gd name="connsiteX16" fmla="*/ 18771 w 248156"/>
                <a:gd name="connsiteY16" fmla="*/ 95127 h 248156"/>
                <a:gd name="connsiteX17" fmla="*/ 95127 w 248156"/>
                <a:gd name="connsiteY17" fmla="*/ 18771 h 248156"/>
                <a:gd name="connsiteX18" fmla="*/ 171482 w 248156"/>
                <a:gd name="connsiteY18" fmla="*/ 95127 h 248156"/>
                <a:gd name="connsiteX19" fmla="*/ 95127 w 248156"/>
                <a:gd name="connsiteY19" fmla="*/ 171482 h 248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48156" h="248156">
                  <a:moveTo>
                    <a:pt x="244657" y="213160"/>
                  </a:moveTo>
                  <a:lnTo>
                    <a:pt x="204888" y="173391"/>
                  </a:lnTo>
                  <a:cubicBezTo>
                    <a:pt x="199479" y="167983"/>
                    <a:pt x="192162" y="166074"/>
                    <a:pt x="185163" y="167346"/>
                  </a:cubicBezTo>
                  <a:lnTo>
                    <a:pt x="171164" y="153348"/>
                  </a:lnTo>
                  <a:cubicBezTo>
                    <a:pt x="183572" y="137440"/>
                    <a:pt x="190889" y="117079"/>
                    <a:pt x="190889" y="95445"/>
                  </a:cubicBezTo>
                  <a:cubicBezTo>
                    <a:pt x="190889" y="42950"/>
                    <a:pt x="147939" y="0"/>
                    <a:pt x="95445" y="0"/>
                  </a:cubicBezTo>
                  <a:cubicBezTo>
                    <a:pt x="42950" y="0"/>
                    <a:pt x="0" y="42950"/>
                    <a:pt x="0" y="95445"/>
                  </a:cubicBezTo>
                  <a:cubicBezTo>
                    <a:pt x="0" y="147939"/>
                    <a:pt x="42950" y="190889"/>
                    <a:pt x="95445" y="190889"/>
                  </a:cubicBezTo>
                  <a:cubicBezTo>
                    <a:pt x="117079" y="190889"/>
                    <a:pt x="137122" y="183572"/>
                    <a:pt x="153348" y="171164"/>
                  </a:cubicBezTo>
                  <a:lnTo>
                    <a:pt x="167346" y="185163"/>
                  </a:lnTo>
                  <a:cubicBezTo>
                    <a:pt x="166074" y="192162"/>
                    <a:pt x="167983" y="199479"/>
                    <a:pt x="173391" y="204888"/>
                  </a:cubicBezTo>
                  <a:lnTo>
                    <a:pt x="213160" y="244657"/>
                  </a:lnTo>
                  <a:cubicBezTo>
                    <a:pt x="217614" y="249111"/>
                    <a:pt x="223341" y="251338"/>
                    <a:pt x="229067" y="251338"/>
                  </a:cubicBezTo>
                  <a:cubicBezTo>
                    <a:pt x="234794" y="251338"/>
                    <a:pt x="240521" y="249111"/>
                    <a:pt x="244975" y="244657"/>
                  </a:cubicBezTo>
                  <a:cubicBezTo>
                    <a:pt x="253247" y="235748"/>
                    <a:pt x="253247" y="221750"/>
                    <a:pt x="244657" y="213160"/>
                  </a:cubicBezTo>
                  <a:close/>
                  <a:moveTo>
                    <a:pt x="95127" y="171482"/>
                  </a:moveTo>
                  <a:cubicBezTo>
                    <a:pt x="53131" y="171482"/>
                    <a:pt x="18771" y="137122"/>
                    <a:pt x="18771" y="95127"/>
                  </a:cubicBezTo>
                  <a:cubicBezTo>
                    <a:pt x="18771" y="53131"/>
                    <a:pt x="53131" y="18771"/>
                    <a:pt x="95127" y="18771"/>
                  </a:cubicBezTo>
                  <a:cubicBezTo>
                    <a:pt x="137122" y="18771"/>
                    <a:pt x="171482" y="53131"/>
                    <a:pt x="171482" y="95127"/>
                  </a:cubicBezTo>
                  <a:cubicBezTo>
                    <a:pt x="171482" y="137122"/>
                    <a:pt x="137122" y="171482"/>
                    <a:pt x="95127" y="171482"/>
                  </a:cubicBezTo>
                  <a:close/>
                </a:path>
              </a:pathLst>
            </a:custGeom>
            <a:solidFill>
              <a:schemeClr val="bg1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0081602" y="2886445"/>
            <a:ext cx="744480" cy="855649"/>
            <a:chOff x="10081602" y="2886445"/>
            <a:chExt cx="744480" cy="855649"/>
          </a:xfrm>
        </p:grpSpPr>
        <p:sp>
          <p:nvSpPr>
            <p:cNvPr id="28" name="Freeform: Shape 20"/>
            <p:cNvSpPr/>
            <p:nvPr/>
          </p:nvSpPr>
          <p:spPr>
            <a:xfrm>
              <a:off x="10081602" y="2886445"/>
              <a:ext cx="744480" cy="855649"/>
            </a:xfrm>
            <a:custGeom>
              <a:avLst/>
              <a:gdLst>
                <a:gd name="connsiteX0" fmla="*/ 325254 w 650508"/>
                <a:gd name="connsiteY0" fmla="*/ 0 h 747644"/>
                <a:gd name="connsiteX1" fmla="*/ 650508 w 650508"/>
                <a:gd name="connsiteY1" fmla="*/ 325254 h 747644"/>
                <a:gd name="connsiteX2" fmla="*/ 451858 w 650508"/>
                <a:gd name="connsiteY2" fmla="*/ 624948 h 747644"/>
                <a:gd name="connsiteX3" fmla="*/ 422734 w 650508"/>
                <a:gd name="connsiteY3" fmla="*/ 633989 h 747644"/>
                <a:gd name="connsiteX4" fmla="*/ 325254 w 650508"/>
                <a:gd name="connsiteY4" fmla="*/ 747644 h 747644"/>
                <a:gd name="connsiteX5" fmla="*/ 227774 w 650508"/>
                <a:gd name="connsiteY5" fmla="*/ 633989 h 747644"/>
                <a:gd name="connsiteX6" fmla="*/ 198651 w 650508"/>
                <a:gd name="connsiteY6" fmla="*/ 624948 h 747644"/>
                <a:gd name="connsiteX7" fmla="*/ 0 w 650508"/>
                <a:gd name="connsiteY7" fmla="*/ 325254 h 747644"/>
                <a:gd name="connsiteX8" fmla="*/ 325254 w 650508"/>
                <a:gd name="connsiteY8" fmla="*/ 0 h 74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0508" h="747644">
                  <a:moveTo>
                    <a:pt x="325254" y="0"/>
                  </a:moveTo>
                  <a:cubicBezTo>
                    <a:pt x="504887" y="0"/>
                    <a:pt x="650508" y="145621"/>
                    <a:pt x="650508" y="325254"/>
                  </a:cubicBezTo>
                  <a:cubicBezTo>
                    <a:pt x="650508" y="459979"/>
                    <a:pt x="568596" y="575572"/>
                    <a:pt x="451858" y="624948"/>
                  </a:cubicBezTo>
                  <a:lnTo>
                    <a:pt x="422734" y="633989"/>
                  </a:lnTo>
                  <a:lnTo>
                    <a:pt x="325254" y="747644"/>
                  </a:lnTo>
                  <a:lnTo>
                    <a:pt x="227774" y="633989"/>
                  </a:lnTo>
                  <a:lnTo>
                    <a:pt x="198651" y="624948"/>
                  </a:lnTo>
                  <a:cubicBezTo>
                    <a:pt x="81912" y="575572"/>
                    <a:pt x="0" y="459979"/>
                    <a:pt x="0" y="325254"/>
                  </a:cubicBezTo>
                  <a:cubicBezTo>
                    <a:pt x="0" y="145621"/>
                    <a:pt x="145621" y="0"/>
                    <a:pt x="3252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>
                <a:cs typeface="+mn-ea"/>
                <a:sym typeface="+mn-lt"/>
              </a:endParaRPr>
            </a:p>
          </p:txBody>
        </p:sp>
        <p:sp>
          <p:nvSpPr>
            <p:cNvPr id="29" name="Graphic 711" descr="Envelope"/>
            <p:cNvSpPr/>
            <p:nvPr/>
          </p:nvSpPr>
          <p:spPr>
            <a:xfrm>
              <a:off x="10328263" y="3166761"/>
              <a:ext cx="238804" cy="167163"/>
            </a:xfrm>
            <a:custGeom>
              <a:avLst/>
              <a:gdLst>
                <a:gd name="connsiteX0" fmla="*/ 0 w 274090"/>
                <a:gd name="connsiteY0" fmla="*/ 0 h 191863"/>
                <a:gd name="connsiteX1" fmla="*/ 0 w 274090"/>
                <a:gd name="connsiteY1" fmla="*/ 191864 h 191863"/>
                <a:gd name="connsiteX2" fmla="*/ 274091 w 274090"/>
                <a:gd name="connsiteY2" fmla="*/ 191864 h 191863"/>
                <a:gd name="connsiteX3" fmla="*/ 274091 w 274090"/>
                <a:gd name="connsiteY3" fmla="*/ 0 h 191863"/>
                <a:gd name="connsiteX4" fmla="*/ 0 w 274090"/>
                <a:gd name="connsiteY4" fmla="*/ 0 h 191863"/>
                <a:gd name="connsiteX5" fmla="*/ 141842 w 274090"/>
                <a:gd name="connsiteY5" fmla="*/ 119572 h 191863"/>
                <a:gd name="connsiteX6" fmla="*/ 132249 w 274090"/>
                <a:gd name="connsiteY6" fmla="*/ 119572 h 191863"/>
                <a:gd name="connsiteX7" fmla="*/ 30835 w 274090"/>
                <a:gd name="connsiteY7" fmla="*/ 20557 h 191863"/>
                <a:gd name="connsiteX8" fmla="*/ 243598 w 274090"/>
                <a:gd name="connsiteY8" fmla="*/ 20557 h 191863"/>
                <a:gd name="connsiteX9" fmla="*/ 141842 w 274090"/>
                <a:gd name="connsiteY9" fmla="*/ 119572 h 191863"/>
                <a:gd name="connsiteX10" fmla="*/ 87366 w 274090"/>
                <a:gd name="connsiteY10" fmla="*/ 94904 h 191863"/>
                <a:gd name="connsiteX11" fmla="*/ 20557 w 274090"/>
                <a:gd name="connsiteY11" fmla="*/ 162056 h 191863"/>
                <a:gd name="connsiteX12" fmla="*/ 20557 w 274090"/>
                <a:gd name="connsiteY12" fmla="*/ 29465 h 191863"/>
                <a:gd name="connsiteX13" fmla="*/ 87366 w 274090"/>
                <a:gd name="connsiteY13" fmla="*/ 94904 h 191863"/>
                <a:gd name="connsiteX14" fmla="*/ 97302 w 274090"/>
                <a:gd name="connsiteY14" fmla="*/ 104497 h 191863"/>
                <a:gd name="connsiteX15" fmla="*/ 122998 w 274090"/>
                <a:gd name="connsiteY15" fmla="*/ 129508 h 191863"/>
                <a:gd name="connsiteX16" fmla="*/ 137388 w 274090"/>
                <a:gd name="connsiteY16" fmla="*/ 135332 h 191863"/>
                <a:gd name="connsiteX17" fmla="*/ 151778 w 274090"/>
                <a:gd name="connsiteY17" fmla="*/ 129508 h 191863"/>
                <a:gd name="connsiteX18" fmla="*/ 177474 w 274090"/>
                <a:gd name="connsiteY18" fmla="*/ 104497 h 191863"/>
                <a:gd name="connsiteX19" fmla="*/ 243941 w 274090"/>
                <a:gd name="connsiteY19" fmla="*/ 171307 h 191863"/>
                <a:gd name="connsiteX20" fmla="*/ 30493 w 274090"/>
                <a:gd name="connsiteY20" fmla="*/ 171307 h 191863"/>
                <a:gd name="connsiteX21" fmla="*/ 97302 w 274090"/>
                <a:gd name="connsiteY21" fmla="*/ 104497 h 191863"/>
                <a:gd name="connsiteX22" fmla="*/ 186724 w 274090"/>
                <a:gd name="connsiteY22" fmla="*/ 94904 h 191863"/>
                <a:gd name="connsiteX23" fmla="*/ 253534 w 274090"/>
                <a:gd name="connsiteY23" fmla="*/ 29807 h 191863"/>
                <a:gd name="connsiteX24" fmla="*/ 253534 w 274090"/>
                <a:gd name="connsiteY24" fmla="*/ 161714 h 191863"/>
                <a:gd name="connsiteX25" fmla="*/ 186724 w 274090"/>
                <a:gd name="connsiteY25" fmla="*/ 94904 h 191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74090" h="191863">
                  <a:moveTo>
                    <a:pt x="0" y="0"/>
                  </a:moveTo>
                  <a:lnTo>
                    <a:pt x="0" y="191864"/>
                  </a:lnTo>
                  <a:lnTo>
                    <a:pt x="274091" y="191864"/>
                  </a:lnTo>
                  <a:lnTo>
                    <a:pt x="274091" y="0"/>
                  </a:lnTo>
                  <a:lnTo>
                    <a:pt x="0" y="0"/>
                  </a:lnTo>
                  <a:close/>
                  <a:moveTo>
                    <a:pt x="141842" y="119572"/>
                  </a:moveTo>
                  <a:cubicBezTo>
                    <a:pt x="139101" y="122313"/>
                    <a:pt x="134990" y="122313"/>
                    <a:pt x="132249" y="119572"/>
                  </a:cubicBezTo>
                  <a:lnTo>
                    <a:pt x="30835" y="20557"/>
                  </a:lnTo>
                  <a:lnTo>
                    <a:pt x="243598" y="20557"/>
                  </a:lnTo>
                  <a:lnTo>
                    <a:pt x="141842" y="119572"/>
                  </a:lnTo>
                  <a:close/>
                  <a:moveTo>
                    <a:pt x="87366" y="94904"/>
                  </a:moveTo>
                  <a:lnTo>
                    <a:pt x="20557" y="162056"/>
                  </a:lnTo>
                  <a:lnTo>
                    <a:pt x="20557" y="29465"/>
                  </a:lnTo>
                  <a:lnTo>
                    <a:pt x="87366" y="94904"/>
                  </a:lnTo>
                  <a:close/>
                  <a:moveTo>
                    <a:pt x="97302" y="104497"/>
                  </a:moveTo>
                  <a:lnTo>
                    <a:pt x="122998" y="129508"/>
                  </a:lnTo>
                  <a:cubicBezTo>
                    <a:pt x="127110" y="133277"/>
                    <a:pt x="132249" y="135332"/>
                    <a:pt x="137388" y="135332"/>
                  </a:cubicBezTo>
                  <a:cubicBezTo>
                    <a:pt x="142527" y="135332"/>
                    <a:pt x="147666" y="133277"/>
                    <a:pt x="151778" y="129508"/>
                  </a:cubicBezTo>
                  <a:lnTo>
                    <a:pt x="177474" y="104497"/>
                  </a:lnTo>
                  <a:lnTo>
                    <a:pt x="243941" y="171307"/>
                  </a:lnTo>
                  <a:lnTo>
                    <a:pt x="30493" y="171307"/>
                  </a:lnTo>
                  <a:lnTo>
                    <a:pt x="97302" y="104497"/>
                  </a:lnTo>
                  <a:close/>
                  <a:moveTo>
                    <a:pt x="186724" y="94904"/>
                  </a:moveTo>
                  <a:lnTo>
                    <a:pt x="253534" y="29807"/>
                  </a:lnTo>
                  <a:lnTo>
                    <a:pt x="253534" y="161714"/>
                  </a:lnTo>
                  <a:lnTo>
                    <a:pt x="186724" y="94904"/>
                  </a:lnTo>
                  <a:close/>
                </a:path>
              </a:pathLst>
            </a:custGeom>
            <a:solidFill>
              <a:schemeClr val="bg1"/>
            </a:solidFill>
            <a:ln w="33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370839" y="2604833"/>
            <a:ext cx="744480" cy="855649"/>
            <a:chOff x="1370839" y="2604833"/>
            <a:chExt cx="744480" cy="855649"/>
          </a:xfrm>
        </p:grpSpPr>
        <p:sp>
          <p:nvSpPr>
            <p:cNvPr id="31" name="Freeform: Shape 12"/>
            <p:cNvSpPr/>
            <p:nvPr/>
          </p:nvSpPr>
          <p:spPr>
            <a:xfrm>
              <a:off x="1370839" y="2604833"/>
              <a:ext cx="744480" cy="855649"/>
            </a:xfrm>
            <a:custGeom>
              <a:avLst/>
              <a:gdLst>
                <a:gd name="connsiteX0" fmla="*/ 325254 w 650508"/>
                <a:gd name="connsiteY0" fmla="*/ 0 h 747644"/>
                <a:gd name="connsiteX1" fmla="*/ 650508 w 650508"/>
                <a:gd name="connsiteY1" fmla="*/ 325254 h 747644"/>
                <a:gd name="connsiteX2" fmla="*/ 451858 w 650508"/>
                <a:gd name="connsiteY2" fmla="*/ 624948 h 747644"/>
                <a:gd name="connsiteX3" fmla="*/ 422734 w 650508"/>
                <a:gd name="connsiteY3" fmla="*/ 633989 h 747644"/>
                <a:gd name="connsiteX4" fmla="*/ 325254 w 650508"/>
                <a:gd name="connsiteY4" fmla="*/ 747644 h 747644"/>
                <a:gd name="connsiteX5" fmla="*/ 227774 w 650508"/>
                <a:gd name="connsiteY5" fmla="*/ 633989 h 747644"/>
                <a:gd name="connsiteX6" fmla="*/ 198651 w 650508"/>
                <a:gd name="connsiteY6" fmla="*/ 624948 h 747644"/>
                <a:gd name="connsiteX7" fmla="*/ 0 w 650508"/>
                <a:gd name="connsiteY7" fmla="*/ 325254 h 747644"/>
                <a:gd name="connsiteX8" fmla="*/ 325254 w 650508"/>
                <a:gd name="connsiteY8" fmla="*/ 0 h 74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0508" h="747644">
                  <a:moveTo>
                    <a:pt x="325254" y="0"/>
                  </a:moveTo>
                  <a:cubicBezTo>
                    <a:pt x="504887" y="0"/>
                    <a:pt x="650508" y="145621"/>
                    <a:pt x="650508" y="325254"/>
                  </a:cubicBezTo>
                  <a:cubicBezTo>
                    <a:pt x="650508" y="459979"/>
                    <a:pt x="568596" y="575572"/>
                    <a:pt x="451858" y="624948"/>
                  </a:cubicBezTo>
                  <a:lnTo>
                    <a:pt x="422734" y="633989"/>
                  </a:lnTo>
                  <a:lnTo>
                    <a:pt x="325254" y="747644"/>
                  </a:lnTo>
                  <a:lnTo>
                    <a:pt x="227774" y="633989"/>
                  </a:lnTo>
                  <a:lnTo>
                    <a:pt x="198651" y="624948"/>
                  </a:lnTo>
                  <a:cubicBezTo>
                    <a:pt x="81912" y="575572"/>
                    <a:pt x="0" y="459979"/>
                    <a:pt x="0" y="325254"/>
                  </a:cubicBezTo>
                  <a:cubicBezTo>
                    <a:pt x="0" y="145621"/>
                    <a:pt x="145621" y="0"/>
                    <a:pt x="325254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>
                <a:cs typeface="+mn-ea"/>
                <a:sym typeface="+mn-lt"/>
              </a:endParaRPr>
            </a:p>
          </p:txBody>
        </p:sp>
        <p:sp>
          <p:nvSpPr>
            <p:cNvPr id="32" name="Graphic 725" descr="Send"/>
            <p:cNvSpPr/>
            <p:nvPr/>
          </p:nvSpPr>
          <p:spPr>
            <a:xfrm>
              <a:off x="1604128" y="2847718"/>
              <a:ext cx="238804" cy="220893"/>
            </a:xfrm>
            <a:custGeom>
              <a:avLst/>
              <a:gdLst>
                <a:gd name="connsiteX0" fmla="*/ 227495 w 274090"/>
                <a:gd name="connsiteY0" fmla="*/ 213409 h 253534"/>
                <a:gd name="connsiteX1" fmla="*/ 165825 w 274090"/>
                <a:gd name="connsiteY1" fmla="*/ 192167 h 253534"/>
                <a:gd name="connsiteX2" fmla="*/ 165482 w 274090"/>
                <a:gd name="connsiteY2" fmla="*/ 192167 h 253534"/>
                <a:gd name="connsiteX3" fmla="*/ 140814 w 274090"/>
                <a:gd name="connsiteY3" fmla="*/ 183602 h 253534"/>
                <a:gd name="connsiteX4" fmla="*/ 256275 w 274090"/>
                <a:gd name="connsiteY4" fmla="*/ 31139 h 253534"/>
                <a:gd name="connsiteX5" fmla="*/ 227495 w 274090"/>
                <a:gd name="connsiteY5" fmla="*/ 213409 h 253534"/>
                <a:gd name="connsiteX6" fmla="*/ 150407 w 274090"/>
                <a:gd name="connsiteY6" fmla="*/ 201760 h 253534"/>
                <a:gd name="connsiteX7" fmla="*/ 127795 w 274090"/>
                <a:gd name="connsiteY7" fmla="*/ 224373 h 253534"/>
                <a:gd name="connsiteX8" fmla="*/ 133962 w 274090"/>
                <a:gd name="connsiteY8" fmla="*/ 196278 h 253534"/>
                <a:gd name="connsiteX9" fmla="*/ 150407 w 274090"/>
                <a:gd name="connsiteY9" fmla="*/ 201760 h 253534"/>
                <a:gd name="connsiteX10" fmla="*/ 150407 w 274090"/>
                <a:gd name="connsiteY10" fmla="*/ 201760 h 253534"/>
                <a:gd name="connsiteX11" fmla="*/ 122998 w 274090"/>
                <a:gd name="connsiteY11" fmla="*/ 184287 h 253534"/>
                <a:gd name="connsiteX12" fmla="*/ 121628 w 274090"/>
                <a:gd name="connsiteY12" fmla="*/ 187028 h 253534"/>
                <a:gd name="connsiteX13" fmla="*/ 120600 w 274090"/>
                <a:gd name="connsiteY13" fmla="*/ 191482 h 253534"/>
                <a:gd name="connsiteX14" fmla="*/ 113748 w 274090"/>
                <a:gd name="connsiteY14" fmla="*/ 222660 h 253534"/>
                <a:gd name="connsiteX15" fmla="*/ 97302 w 274090"/>
                <a:gd name="connsiteY15" fmla="*/ 174694 h 253534"/>
                <a:gd name="connsiteX16" fmla="*/ 225440 w 274090"/>
                <a:gd name="connsiteY16" fmla="*/ 51353 h 253534"/>
                <a:gd name="connsiteX17" fmla="*/ 127110 w 274090"/>
                <a:gd name="connsiteY17" fmla="*/ 179148 h 253534"/>
                <a:gd name="connsiteX18" fmla="*/ 122998 w 274090"/>
                <a:gd name="connsiteY18" fmla="*/ 184287 h 253534"/>
                <a:gd name="connsiteX19" fmla="*/ 23983 w 274090"/>
                <a:gd name="connsiteY19" fmla="*/ 143858 h 253534"/>
                <a:gd name="connsiteX20" fmla="*/ 224754 w 274090"/>
                <a:gd name="connsiteY20" fmla="*/ 36963 h 253534"/>
                <a:gd name="connsiteX21" fmla="*/ 87366 w 274090"/>
                <a:gd name="connsiteY21" fmla="*/ 165443 h 253534"/>
                <a:gd name="connsiteX22" fmla="*/ 23983 w 274090"/>
                <a:gd name="connsiteY22" fmla="*/ 143858 h 253534"/>
                <a:gd name="connsiteX23" fmla="*/ 271350 w 274090"/>
                <a:gd name="connsiteY23" fmla="*/ 1331 h 253534"/>
                <a:gd name="connsiteX24" fmla="*/ 263812 w 274090"/>
                <a:gd name="connsiteY24" fmla="*/ 989 h 253534"/>
                <a:gd name="connsiteX25" fmla="*/ 3769 w 274090"/>
                <a:gd name="connsiteY25" fmla="*/ 139062 h 253534"/>
                <a:gd name="connsiteX26" fmla="*/ 0 w 274090"/>
                <a:gd name="connsiteY26" fmla="*/ 145572 h 253534"/>
                <a:gd name="connsiteX27" fmla="*/ 4454 w 274090"/>
                <a:gd name="connsiteY27" fmla="*/ 151396 h 253534"/>
                <a:gd name="connsiteX28" fmla="*/ 75718 w 274090"/>
                <a:gd name="connsiteY28" fmla="*/ 175722 h 253534"/>
                <a:gd name="connsiteX29" fmla="*/ 84626 w 274090"/>
                <a:gd name="connsiteY29" fmla="*/ 178805 h 253534"/>
                <a:gd name="connsiteX30" fmla="*/ 86681 w 274090"/>
                <a:gd name="connsiteY30" fmla="*/ 184629 h 253534"/>
                <a:gd name="connsiteX31" fmla="*/ 107923 w 274090"/>
                <a:gd name="connsiteY31" fmla="*/ 248356 h 253534"/>
                <a:gd name="connsiteX32" fmla="*/ 107923 w 274090"/>
                <a:gd name="connsiteY32" fmla="*/ 248698 h 253534"/>
                <a:gd name="connsiteX33" fmla="*/ 107923 w 274090"/>
                <a:gd name="connsiteY33" fmla="*/ 249041 h 253534"/>
                <a:gd name="connsiteX34" fmla="*/ 113062 w 274090"/>
                <a:gd name="connsiteY34" fmla="*/ 253495 h 253534"/>
                <a:gd name="connsiteX35" fmla="*/ 119572 w 274090"/>
                <a:gd name="connsiteY35" fmla="*/ 251782 h 253534"/>
                <a:gd name="connsiteX36" fmla="*/ 119915 w 274090"/>
                <a:gd name="connsiteY36" fmla="*/ 251439 h 253534"/>
                <a:gd name="connsiteX37" fmla="*/ 121970 w 274090"/>
                <a:gd name="connsiteY37" fmla="*/ 249383 h 253534"/>
                <a:gd name="connsiteX38" fmla="*/ 165140 w 274090"/>
                <a:gd name="connsiteY38" fmla="*/ 206899 h 253534"/>
                <a:gd name="connsiteX39" fmla="*/ 230922 w 274090"/>
                <a:gd name="connsiteY39" fmla="*/ 229512 h 253534"/>
                <a:gd name="connsiteX40" fmla="*/ 236746 w 274090"/>
                <a:gd name="connsiteY40" fmla="*/ 228827 h 253534"/>
                <a:gd name="connsiteX41" fmla="*/ 240172 w 274090"/>
                <a:gd name="connsiteY41" fmla="*/ 224030 h 253534"/>
                <a:gd name="connsiteX42" fmla="*/ 274433 w 274090"/>
                <a:gd name="connsiteY42" fmla="*/ 8183 h 253534"/>
                <a:gd name="connsiteX43" fmla="*/ 271350 w 274090"/>
                <a:gd name="connsiteY43" fmla="*/ 1331 h 253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74090" h="253534">
                  <a:moveTo>
                    <a:pt x="227495" y="213409"/>
                  </a:moveTo>
                  <a:lnTo>
                    <a:pt x="165825" y="192167"/>
                  </a:lnTo>
                  <a:lnTo>
                    <a:pt x="165482" y="192167"/>
                  </a:lnTo>
                  <a:lnTo>
                    <a:pt x="140814" y="183602"/>
                  </a:lnTo>
                  <a:lnTo>
                    <a:pt x="256275" y="31139"/>
                  </a:lnTo>
                  <a:lnTo>
                    <a:pt x="227495" y="213409"/>
                  </a:lnTo>
                  <a:close/>
                  <a:moveTo>
                    <a:pt x="150407" y="201760"/>
                  </a:moveTo>
                  <a:lnTo>
                    <a:pt x="127795" y="224373"/>
                  </a:lnTo>
                  <a:lnTo>
                    <a:pt x="133962" y="196278"/>
                  </a:lnTo>
                  <a:lnTo>
                    <a:pt x="150407" y="201760"/>
                  </a:lnTo>
                  <a:lnTo>
                    <a:pt x="150407" y="201760"/>
                  </a:lnTo>
                  <a:close/>
                  <a:moveTo>
                    <a:pt x="122998" y="184287"/>
                  </a:moveTo>
                  <a:cubicBezTo>
                    <a:pt x="122313" y="184972"/>
                    <a:pt x="121970" y="186000"/>
                    <a:pt x="121628" y="187028"/>
                  </a:cubicBezTo>
                  <a:lnTo>
                    <a:pt x="120600" y="191482"/>
                  </a:lnTo>
                  <a:lnTo>
                    <a:pt x="113748" y="222660"/>
                  </a:lnTo>
                  <a:lnTo>
                    <a:pt x="97302" y="174694"/>
                  </a:lnTo>
                  <a:lnTo>
                    <a:pt x="225440" y="51353"/>
                  </a:lnTo>
                  <a:lnTo>
                    <a:pt x="127110" y="179148"/>
                  </a:lnTo>
                  <a:lnTo>
                    <a:pt x="122998" y="184287"/>
                  </a:lnTo>
                  <a:close/>
                  <a:moveTo>
                    <a:pt x="23983" y="143858"/>
                  </a:moveTo>
                  <a:lnTo>
                    <a:pt x="224754" y="36963"/>
                  </a:lnTo>
                  <a:lnTo>
                    <a:pt x="87366" y="165443"/>
                  </a:lnTo>
                  <a:lnTo>
                    <a:pt x="23983" y="143858"/>
                  </a:lnTo>
                  <a:close/>
                  <a:moveTo>
                    <a:pt x="271350" y="1331"/>
                  </a:moveTo>
                  <a:cubicBezTo>
                    <a:pt x="269294" y="-382"/>
                    <a:pt x="266211" y="-382"/>
                    <a:pt x="263812" y="989"/>
                  </a:cubicBezTo>
                  <a:lnTo>
                    <a:pt x="3769" y="139062"/>
                  </a:lnTo>
                  <a:cubicBezTo>
                    <a:pt x="1370" y="140432"/>
                    <a:pt x="0" y="142831"/>
                    <a:pt x="0" y="145572"/>
                  </a:cubicBezTo>
                  <a:cubicBezTo>
                    <a:pt x="0" y="148312"/>
                    <a:pt x="2056" y="150711"/>
                    <a:pt x="4454" y="151396"/>
                  </a:cubicBezTo>
                  <a:lnTo>
                    <a:pt x="75718" y="175722"/>
                  </a:lnTo>
                  <a:lnTo>
                    <a:pt x="84626" y="178805"/>
                  </a:lnTo>
                  <a:lnTo>
                    <a:pt x="86681" y="184629"/>
                  </a:lnTo>
                  <a:lnTo>
                    <a:pt x="107923" y="248356"/>
                  </a:lnTo>
                  <a:lnTo>
                    <a:pt x="107923" y="248698"/>
                  </a:lnTo>
                  <a:lnTo>
                    <a:pt x="107923" y="249041"/>
                  </a:lnTo>
                  <a:cubicBezTo>
                    <a:pt x="108608" y="251096"/>
                    <a:pt x="110664" y="252810"/>
                    <a:pt x="113062" y="253495"/>
                  </a:cubicBezTo>
                  <a:cubicBezTo>
                    <a:pt x="115461" y="254180"/>
                    <a:pt x="117859" y="253495"/>
                    <a:pt x="119572" y="251782"/>
                  </a:cubicBezTo>
                  <a:lnTo>
                    <a:pt x="119915" y="251439"/>
                  </a:lnTo>
                  <a:lnTo>
                    <a:pt x="121970" y="249383"/>
                  </a:lnTo>
                  <a:lnTo>
                    <a:pt x="165140" y="206899"/>
                  </a:lnTo>
                  <a:lnTo>
                    <a:pt x="230922" y="229512"/>
                  </a:lnTo>
                  <a:cubicBezTo>
                    <a:pt x="232977" y="230197"/>
                    <a:pt x="235033" y="229854"/>
                    <a:pt x="236746" y="228827"/>
                  </a:cubicBezTo>
                  <a:cubicBezTo>
                    <a:pt x="238459" y="227799"/>
                    <a:pt x="239829" y="226086"/>
                    <a:pt x="240172" y="224030"/>
                  </a:cubicBezTo>
                  <a:lnTo>
                    <a:pt x="274433" y="8183"/>
                  </a:lnTo>
                  <a:cubicBezTo>
                    <a:pt x="274776" y="5100"/>
                    <a:pt x="273406" y="2702"/>
                    <a:pt x="271350" y="1331"/>
                  </a:cubicBezTo>
                  <a:close/>
                </a:path>
              </a:pathLst>
            </a:custGeom>
            <a:solidFill>
              <a:schemeClr val="bg1"/>
            </a:solidFill>
            <a:ln w="33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 dirty="0">
                <a:cs typeface="+mn-ea"/>
                <a:sym typeface="+mn-lt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850667" y="2019166"/>
            <a:ext cx="1787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439255" y="2019166"/>
            <a:ext cx="1787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429714" y="2019166"/>
            <a:ext cx="1787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617456" y="1291368"/>
            <a:ext cx="1787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553993" y="2338651"/>
            <a:ext cx="1787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17076" y="4088010"/>
            <a:ext cx="2588589" cy="13549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104337" y="4592955"/>
            <a:ext cx="2588589" cy="13549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776165" y="4823598"/>
            <a:ext cx="2588589" cy="13549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103958" y="3292682"/>
            <a:ext cx="2588589" cy="13549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264197" y="4451829"/>
            <a:ext cx="2588589" cy="13549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63616" y="271676"/>
            <a:ext cx="2631688" cy="586680"/>
          </a:xfrm>
          <a:prstGeom prst="parallelogram">
            <a:avLst>
              <a:gd name="adj" fmla="val 28330"/>
            </a:avLst>
          </a:prstGeom>
          <a:solidFill>
            <a:schemeClr val="accent1"/>
          </a:solidFill>
        </p:spPr>
        <p:txBody>
          <a:bodyPr wrap="square" rtlCol="0" anchor="ctr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algn="ctr">
              <a:defRPr sz="4800">
                <a:solidFill>
                  <a:schemeClr val="bg1"/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ym typeface="+mn-lt"/>
              </a:rPr>
              <a:t>项目执行计划</a:t>
            </a:r>
            <a:endParaRPr lang="en-US" altLang="zh-CN" sz="2400" b="1" dirty="0">
              <a:sym typeface="+mn-lt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196256" y="271676"/>
            <a:ext cx="346018" cy="586680"/>
            <a:chOff x="2966054" y="271676"/>
            <a:chExt cx="336570" cy="570661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5" name="平行四边形 44"/>
            <p:cNvSpPr/>
            <p:nvPr/>
          </p:nvSpPr>
          <p:spPr>
            <a:xfrm>
              <a:off x="3095303" y="271676"/>
              <a:ext cx="207321" cy="570661"/>
            </a:xfrm>
            <a:prstGeom prst="parallelogram">
              <a:avLst>
                <a:gd name="adj" fmla="val 77065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汉仪铁线黑-65简" panose="00020600040101010101" charset="-122"/>
              </a:endParaRPr>
            </a:p>
          </p:txBody>
        </p:sp>
        <p:sp>
          <p:nvSpPr>
            <p:cNvPr id="46" name="平行四边形 45"/>
            <p:cNvSpPr/>
            <p:nvPr/>
          </p:nvSpPr>
          <p:spPr>
            <a:xfrm>
              <a:off x="2966054" y="271676"/>
              <a:ext cx="258499" cy="570661"/>
            </a:xfrm>
            <a:prstGeom prst="parallelogram">
              <a:avLst>
                <a:gd name="adj" fmla="val 62494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汉仪铁线黑-65简" panose="00020600040101010101" charset="-122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/>
          <p:cNvCxnSpPr/>
          <p:nvPr/>
        </p:nvCxnSpPr>
        <p:spPr>
          <a:xfrm>
            <a:off x="805583" y="3587554"/>
            <a:ext cx="2443980" cy="0"/>
          </a:xfrm>
          <a:prstGeom prst="line">
            <a:avLst/>
          </a:prstGeom>
          <a:ln w="50800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rc 9"/>
          <p:cNvSpPr/>
          <p:nvPr/>
        </p:nvSpPr>
        <p:spPr>
          <a:xfrm>
            <a:off x="3249561" y="3402590"/>
            <a:ext cx="369886" cy="369936"/>
          </a:xfrm>
          <a:prstGeom prst="arc">
            <a:avLst>
              <a:gd name="adj1" fmla="val 1821037"/>
              <a:gd name="adj2" fmla="val 19752242"/>
            </a:avLst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80" tIns="45691" rIns="91380" bIns="45691" rtlCol="0" anchor="ctr"/>
          <a:lstStyle/>
          <a:p>
            <a:pPr algn="ctr"/>
            <a:endParaRPr lang="en-US" sz="2400">
              <a:cs typeface="+mn-ea"/>
              <a:sym typeface="+mn-lt"/>
            </a:endParaRPr>
          </a:p>
        </p:txBody>
      </p:sp>
      <p:cxnSp>
        <p:nvCxnSpPr>
          <p:cNvPr id="4" name="Straight Connector 10"/>
          <p:cNvCxnSpPr/>
          <p:nvPr/>
        </p:nvCxnSpPr>
        <p:spPr>
          <a:xfrm>
            <a:off x="3438301" y="3587554"/>
            <a:ext cx="2443980" cy="0"/>
          </a:xfrm>
          <a:prstGeom prst="line">
            <a:avLst/>
          </a:prstGeom>
          <a:ln w="50800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12"/>
          <p:cNvCxnSpPr/>
          <p:nvPr/>
        </p:nvCxnSpPr>
        <p:spPr>
          <a:xfrm>
            <a:off x="6071020" y="3587554"/>
            <a:ext cx="2443980" cy="0"/>
          </a:xfrm>
          <a:prstGeom prst="line">
            <a:avLst/>
          </a:prstGeom>
          <a:ln w="50800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14"/>
          <p:cNvCxnSpPr/>
          <p:nvPr/>
        </p:nvCxnSpPr>
        <p:spPr>
          <a:xfrm>
            <a:off x="8703737" y="3587554"/>
            <a:ext cx="2443980" cy="0"/>
          </a:xfrm>
          <a:prstGeom prst="line">
            <a:avLst/>
          </a:prstGeom>
          <a:ln w="50800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rc 16"/>
          <p:cNvSpPr/>
          <p:nvPr/>
        </p:nvSpPr>
        <p:spPr>
          <a:xfrm>
            <a:off x="5878483" y="3402590"/>
            <a:ext cx="369886" cy="369936"/>
          </a:xfrm>
          <a:prstGeom prst="arc">
            <a:avLst>
              <a:gd name="adj1" fmla="val 1821037"/>
              <a:gd name="adj2" fmla="val 19752242"/>
            </a:avLst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80" tIns="45691" rIns="91380" bIns="45691" rtlCol="0" anchor="ctr"/>
          <a:lstStyle/>
          <a:p>
            <a:pPr algn="ctr"/>
            <a:endParaRPr lang="en-US" sz="2400">
              <a:cs typeface="+mn-ea"/>
              <a:sym typeface="+mn-lt"/>
            </a:endParaRPr>
          </a:p>
        </p:txBody>
      </p:sp>
      <p:sp>
        <p:nvSpPr>
          <p:cNvPr id="8" name="Arc 17"/>
          <p:cNvSpPr/>
          <p:nvPr/>
        </p:nvSpPr>
        <p:spPr>
          <a:xfrm>
            <a:off x="8507405" y="3402590"/>
            <a:ext cx="369886" cy="369936"/>
          </a:xfrm>
          <a:prstGeom prst="arc">
            <a:avLst>
              <a:gd name="adj1" fmla="val 1821037"/>
              <a:gd name="adj2" fmla="val 19752242"/>
            </a:avLst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80" tIns="45691" rIns="91380" bIns="45691" rtlCol="0" anchor="ctr"/>
          <a:lstStyle/>
          <a:p>
            <a:pPr algn="ctr"/>
            <a:endParaRPr lang="en-US" sz="2400">
              <a:cs typeface="+mn-ea"/>
              <a:sym typeface="+mn-lt"/>
            </a:endParaRPr>
          </a:p>
        </p:txBody>
      </p:sp>
      <p:sp>
        <p:nvSpPr>
          <p:cNvPr id="9" name="Arc 18"/>
          <p:cNvSpPr/>
          <p:nvPr/>
        </p:nvSpPr>
        <p:spPr>
          <a:xfrm>
            <a:off x="11136327" y="3402590"/>
            <a:ext cx="369886" cy="369936"/>
          </a:xfrm>
          <a:prstGeom prst="arc">
            <a:avLst>
              <a:gd name="adj1" fmla="val 1821037"/>
              <a:gd name="adj2" fmla="val 19752242"/>
            </a:avLst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80" tIns="45691" rIns="91380" bIns="45691" rtlCol="0" anchor="ctr"/>
          <a:lstStyle/>
          <a:p>
            <a:pPr algn="ctr"/>
            <a:endParaRPr lang="en-US" sz="2400"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05583" y="2164059"/>
            <a:ext cx="794854" cy="794855"/>
            <a:chOff x="665956" y="2113155"/>
            <a:chExt cx="1254884" cy="1254885"/>
          </a:xfrm>
        </p:grpSpPr>
        <p:sp>
          <p:nvSpPr>
            <p:cNvPr id="11" name="Oval 23"/>
            <p:cNvSpPr/>
            <p:nvPr/>
          </p:nvSpPr>
          <p:spPr>
            <a:xfrm>
              <a:off x="665956" y="2113155"/>
              <a:ext cx="1254884" cy="1254885"/>
            </a:xfrm>
            <a:prstGeom prst="ellipse">
              <a:avLst/>
            </a:prstGeom>
            <a:solidFill>
              <a:schemeClr val="accent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800" dirty="0">
                <a:cs typeface="+mn-ea"/>
                <a:sym typeface="+mn-lt"/>
              </a:endParaRPr>
            </a:p>
          </p:txBody>
        </p:sp>
        <p:sp>
          <p:nvSpPr>
            <p:cNvPr id="12" name="Freeform: Shape 30"/>
            <p:cNvSpPr/>
            <p:nvPr/>
          </p:nvSpPr>
          <p:spPr bwMode="auto">
            <a:xfrm>
              <a:off x="1013942" y="2462452"/>
              <a:ext cx="558913" cy="556291"/>
            </a:xfrm>
            <a:custGeom>
              <a:avLst/>
              <a:gdLst>
                <a:gd name="connsiteX0" fmla="*/ 315609 w 338137"/>
                <a:gd name="connsiteY0" fmla="*/ 185737 h 336550"/>
                <a:gd name="connsiteX1" fmla="*/ 338137 w 338137"/>
                <a:gd name="connsiteY1" fmla="*/ 185737 h 336550"/>
                <a:gd name="connsiteX2" fmla="*/ 185737 w 338137"/>
                <a:gd name="connsiteY2" fmla="*/ 336550 h 336550"/>
                <a:gd name="connsiteX3" fmla="*/ 185737 w 338137"/>
                <a:gd name="connsiteY3" fmla="*/ 314256 h 336550"/>
                <a:gd name="connsiteX4" fmla="*/ 315609 w 338137"/>
                <a:gd name="connsiteY4" fmla="*/ 185737 h 336550"/>
                <a:gd name="connsiteX5" fmla="*/ 249042 w 338137"/>
                <a:gd name="connsiteY5" fmla="*/ 185737 h 336550"/>
                <a:gd name="connsiteX6" fmla="*/ 271462 w 338137"/>
                <a:gd name="connsiteY6" fmla="*/ 185737 h 336550"/>
                <a:gd name="connsiteX7" fmla="*/ 185737 w 338137"/>
                <a:gd name="connsiteY7" fmla="*/ 269875 h 336550"/>
                <a:gd name="connsiteX8" fmla="*/ 185737 w 338137"/>
                <a:gd name="connsiteY8" fmla="*/ 247870 h 336550"/>
                <a:gd name="connsiteX9" fmla="*/ 249042 w 338137"/>
                <a:gd name="connsiteY9" fmla="*/ 185737 h 336550"/>
                <a:gd name="connsiteX10" fmla="*/ 66675 w 338137"/>
                <a:gd name="connsiteY10" fmla="*/ 185737 h 336550"/>
                <a:gd name="connsiteX11" fmla="*/ 89095 w 338137"/>
                <a:gd name="connsiteY11" fmla="*/ 185737 h 336550"/>
                <a:gd name="connsiteX12" fmla="*/ 152400 w 338137"/>
                <a:gd name="connsiteY12" fmla="*/ 247870 h 336550"/>
                <a:gd name="connsiteX13" fmla="*/ 152400 w 338137"/>
                <a:gd name="connsiteY13" fmla="*/ 269875 h 336550"/>
                <a:gd name="connsiteX14" fmla="*/ 66675 w 338137"/>
                <a:gd name="connsiteY14" fmla="*/ 185737 h 336550"/>
                <a:gd name="connsiteX15" fmla="*/ 0 w 338137"/>
                <a:gd name="connsiteY15" fmla="*/ 185737 h 336550"/>
                <a:gd name="connsiteX16" fmla="*/ 22528 w 338137"/>
                <a:gd name="connsiteY16" fmla="*/ 185737 h 336550"/>
                <a:gd name="connsiteX17" fmla="*/ 152400 w 338137"/>
                <a:gd name="connsiteY17" fmla="*/ 314256 h 336550"/>
                <a:gd name="connsiteX18" fmla="*/ 152400 w 338137"/>
                <a:gd name="connsiteY18" fmla="*/ 336550 h 336550"/>
                <a:gd name="connsiteX19" fmla="*/ 0 w 338137"/>
                <a:gd name="connsiteY19" fmla="*/ 185737 h 336550"/>
                <a:gd name="connsiteX20" fmla="*/ 169069 w 338137"/>
                <a:gd name="connsiteY20" fmla="*/ 127000 h 336550"/>
                <a:gd name="connsiteX21" fmla="*/ 186045 w 338137"/>
                <a:gd name="connsiteY21" fmla="*/ 130918 h 336550"/>
                <a:gd name="connsiteX22" fmla="*/ 205633 w 338137"/>
                <a:gd name="connsiteY22" fmla="*/ 150506 h 336550"/>
                <a:gd name="connsiteX23" fmla="*/ 209550 w 338137"/>
                <a:gd name="connsiteY23" fmla="*/ 167482 h 336550"/>
                <a:gd name="connsiteX24" fmla="*/ 205633 w 338137"/>
                <a:gd name="connsiteY24" fmla="*/ 184458 h 336550"/>
                <a:gd name="connsiteX25" fmla="*/ 186045 w 338137"/>
                <a:gd name="connsiteY25" fmla="*/ 204046 h 336550"/>
                <a:gd name="connsiteX26" fmla="*/ 169069 w 338137"/>
                <a:gd name="connsiteY26" fmla="*/ 207963 h 336550"/>
                <a:gd name="connsiteX27" fmla="*/ 152093 w 338137"/>
                <a:gd name="connsiteY27" fmla="*/ 204046 h 336550"/>
                <a:gd name="connsiteX28" fmla="*/ 132505 w 338137"/>
                <a:gd name="connsiteY28" fmla="*/ 184458 h 336550"/>
                <a:gd name="connsiteX29" fmla="*/ 128587 w 338137"/>
                <a:gd name="connsiteY29" fmla="*/ 167482 h 336550"/>
                <a:gd name="connsiteX30" fmla="*/ 132505 w 338137"/>
                <a:gd name="connsiteY30" fmla="*/ 150506 h 336550"/>
                <a:gd name="connsiteX31" fmla="*/ 152093 w 338137"/>
                <a:gd name="connsiteY31" fmla="*/ 130918 h 336550"/>
                <a:gd name="connsiteX32" fmla="*/ 169069 w 338137"/>
                <a:gd name="connsiteY32" fmla="*/ 127000 h 336550"/>
                <a:gd name="connsiteX33" fmla="*/ 185737 w 338137"/>
                <a:gd name="connsiteY33" fmla="*/ 65087 h 336550"/>
                <a:gd name="connsiteX34" fmla="*/ 271462 w 338137"/>
                <a:gd name="connsiteY34" fmla="*/ 150812 h 336550"/>
                <a:gd name="connsiteX35" fmla="*/ 249042 w 338137"/>
                <a:gd name="connsiteY35" fmla="*/ 150812 h 336550"/>
                <a:gd name="connsiteX36" fmla="*/ 185737 w 338137"/>
                <a:gd name="connsiteY36" fmla="*/ 87507 h 336550"/>
                <a:gd name="connsiteX37" fmla="*/ 185737 w 338137"/>
                <a:gd name="connsiteY37" fmla="*/ 65087 h 336550"/>
                <a:gd name="connsiteX38" fmla="*/ 152400 w 338137"/>
                <a:gd name="connsiteY38" fmla="*/ 65087 h 336550"/>
                <a:gd name="connsiteX39" fmla="*/ 152400 w 338137"/>
                <a:gd name="connsiteY39" fmla="*/ 87507 h 336550"/>
                <a:gd name="connsiteX40" fmla="*/ 89095 w 338137"/>
                <a:gd name="connsiteY40" fmla="*/ 150812 h 336550"/>
                <a:gd name="connsiteX41" fmla="*/ 66675 w 338137"/>
                <a:gd name="connsiteY41" fmla="*/ 150812 h 336550"/>
                <a:gd name="connsiteX42" fmla="*/ 152400 w 338137"/>
                <a:gd name="connsiteY42" fmla="*/ 65087 h 336550"/>
                <a:gd name="connsiteX43" fmla="*/ 185737 w 338137"/>
                <a:gd name="connsiteY43" fmla="*/ 0 h 336550"/>
                <a:gd name="connsiteX44" fmla="*/ 338137 w 338137"/>
                <a:gd name="connsiteY44" fmla="*/ 150813 h 336550"/>
                <a:gd name="connsiteX45" fmla="*/ 315609 w 338137"/>
                <a:gd name="connsiteY45" fmla="*/ 150813 h 336550"/>
                <a:gd name="connsiteX46" fmla="*/ 185737 w 338137"/>
                <a:gd name="connsiteY46" fmla="*/ 22294 h 336550"/>
                <a:gd name="connsiteX47" fmla="*/ 185737 w 338137"/>
                <a:gd name="connsiteY47" fmla="*/ 0 h 336550"/>
                <a:gd name="connsiteX48" fmla="*/ 152400 w 338137"/>
                <a:gd name="connsiteY48" fmla="*/ 0 h 336550"/>
                <a:gd name="connsiteX49" fmla="*/ 152400 w 338137"/>
                <a:gd name="connsiteY49" fmla="*/ 22294 h 336550"/>
                <a:gd name="connsiteX50" fmla="*/ 22528 w 338137"/>
                <a:gd name="connsiteY50" fmla="*/ 150813 h 336550"/>
                <a:gd name="connsiteX51" fmla="*/ 0 w 338137"/>
                <a:gd name="connsiteY51" fmla="*/ 150813 h 336550"/>
                <a:gd name="connsiteX52" fmla="*/ 152400 w 338137"/>
                <a:gd name="connsiteY52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38137" h="336550">
                  <a:moveTo>
                    <a:pt x="315609" y="185737"/>
                  </a:moveTo>
                  <a:cubicBezTo>
                    <a:pt x="315609" y="185737"/>
                    <a:pt x="315609" y="185737"/>
                    <a:pt x="338137" y="185737"/>
                  </a:cubicBezTo>
                  <a:cubicBezTo>
                    <a:pt x="330186" y="265734"/>
                    <a:pt x="266576" y="328682"/>
                    <a:pt x="185737" y="336550"/>
                  </a:cubicBezTo>
                  <a:cubicBezTo>
                    <a:pt x="185737" y="336550"/>
                    <a:pt x="185737" y="336550"/>
                    <a:pt x="185737" y="314256"/>
                  </a:cubicBezTo>
                  <a:cubicBezTo>
                    <a:pt x="253323" y="306388"/>
                    <a:pt x="307657" y="252620"/>
                    <a:pt x="315609" y="185737"/>
                  </a:cubicBezTo>
                  <a:close/>
                  <a:moveTo>
                    <a:pt x="249042" y="185737"/>
                  </a:moveTo>
                  <a:cubicBezTo>
                    <a:pt x="249042" y="185737"/>
                    <a:pt x="249042" y="185737"/>
                    <a:pt x="271462" y="185737"/>
                  </a:cubicBezTo>
                  <a:cubicBezTo>
                    <a:pt x="264868" y="228453"/>
                    <a:pt x="229259" y="263403"/>
                    <a:pt x="185737" y="269875"/>
                  </a:cubicBezTo>
                  <a:cubicBezTo>
                    <a:pt x="185737" y="269875"/>
                    <a:pt x="185737" y="269875"/>
                    <a:pt x="185737" y="247870"/>
                  </a:cubicBezTo>
                  <a:cubicBezTo>
                    <a:pt x="217390" y="241398"/>
                    <a:pt x="242448" y="216804"/>
                    <a:pt x="249042" y="185737"/>
                  </a:cubicBezTo>
                  <a:close/>
                  <a:moveTo>
                    <a:pt x="66675" y="185737"/>
                  </a:moveTo>
                  <a:cubicBezTo>
                    <a:pt x="66675" y="185737"/>
                    <a:pt x="66675" y="185737"/>
                    <a:pt x="89095" y="185737"/>
                  </a:cubicBezTo>
                  <a:cubicBezTo>
                    <a:pt x="95689" y="216804"/>
                    <a:pt x="120747" y="241398"/>
                    <a:pt x="152400" y="247870"/>
                  </a:cubicBezTo>
                  <a:cubicBezTo>
                    <a:pt x="152400" y="247870"/>
                    <a:pt x="152400" y="247870"/>
                    <a:pt x="152400" y="269875"/>
                  </a:cubicBezTo>
                  <a:cubicBezTo>
                    <a:pt x="108878" y="263403"/>
                    <a:pt x="73269" y="228453"/>
                    <a:pt x="66675" y="185737"/>
                  </a:cubicBezTo>
                  <a:close/>
                  <a:moveTo>
                    <a:pt x="0" y="185737"/>
                  </a:moveTo>
                  <a:cubicBezTo>
                    <a:pt x="0" y="185737"/>
                    <a:pt x="0" y="185737"/>
                    <a:pt x="22528" y="185737"/>
                  </a:cubicBezTo>
                  <a:cubicBezTo>
                    <a:pt x="30480" y="252620"/>
                    <a:pt x="84814" y="306388"/>
                    <a:pt x="152400" y="314256"/>
                  </a:cubicBezTo>
                  <a:cubicBezTo>
                    <a:pt x="152400" y="314256"/>
                    <a:pt x="152400" y="314256"/>
                    <a:pt x="152400" y="336550"/>
                  </a:cubicBezTo>
                  <a:cubicBezTo>
                    <a:pt x="71561" y="328682"/>
                    <a:pt x="7951" y="265734"/>
                    <a:pt x="0" y="185737"/>
                  </a:cubicBezTo>
                  <a:close/>
                  <a:moveTo>
                    <a:pt x="169069" y="127000"/>
                  </a:moveTo>
                  <a:cubicBezTo>
                    <a:pt x="175598" y="127000"/>
                    <a:pt x="180821" y="128306"/>
                    <a:pt x="186045" y="130918"/>
                  </a:cubicBezTo>
                  <a:cubicBezTo>
                    <a:pt x="195186" y="134835"/>
                    <a:pt x="201715" y="141365"/>
                    <a:pt x="205633" y="150506"/>
                  </a:cubicBezTo>
                  <a:cubicBezTo>
                    <a:pt x="208244" y="155729"/>
                    <a:pt x="209550" y="160952"/>
                    <a:pt x="209550" y="167482"/>
                  </a:cubicBezTo>
                  <a:cubicBezTo>
                    <a:pt x="209550" y="174011"/>
                    <a:pt x="208244" y="179234"/>
                    <a:pt x="205633" y="184458"/>
                  </a:cubicBezTo>
                  <a:cubicBezTo>
                    <a:pt x="201715" y="193599"/>
                    <a:pt x="195186" y="200128"/>
                    <a:pt x="186045" y="204046"/>
                  </a:cubicBezTo>
                  <a:cubicBezTo>
                    <a:pt x="180821" y="206657"/>
                    <a:pt x="175598" y="207963"/>
                    <a:pt x="169069" y="207963"/>
                  </a:cubicBezTo>
                  <a:cubicBezTo>
                    <a:pt x="162539" y="207963"/>
                    <a:pt x="157316" y="206657"/>
                    <a:pt x="152093" y="204046"/>
                  </a:cubicBezTo>
                  <a:cubicBezTo>
                    <a:pt x="142952" y="200128"/>
                    <a:pt x="136422" y="193599"/>
                    <a:pt x="132505" y="184458"/>
                  </a:cubicBezTo>
                  <a:cubicBezTo>
                    <a:pt x="129893" y="179234"/>
                    <a:pt x="128587" y="174011"/>
                    <a:pt x="128587" y="167482"/>
                  </a:cubicBezTo>
                  <a:cubicBezTo>
                    <a:pt x="128587" y="160952"/>
                    <a:pt x="129893" y="155729"/>
                    <a:pt x="132505" y="150506"/>
                  </a:cubicBezTo>
                  <a:cubicBezTo>
                    <a:pt x="136422" y="141365"/>
                    <a:pt x="142952" y="134835"/>
                    <a:pt x="152093" y="130918"/>
                  </a:cubicBezTo>
                  <a:cubicBezTo>
                    <a:pt x="157316" y="128306"/>
                    <a:pt x="162539" y="127000"/>
                    <a:pt x="169069" y="127000"/>
                  </a:cubicBezTo>
                  <a:close/>
                  <a:moveTo>
                    <a:pt x="185737" y="65087"/>
                  </a:moveTo>
                  <a:cubicBezTo>
                    <a:pt x="229259" y="71681"/>
                    <a:pt x="264868" y="107290"/>
                    <a:pt x="271462" y="150812"/>
                  </a:cubicBezTo>
                  <a:cubicBezTo>
                    <a:pt x="271462" y="150812"/>
                    <a:pt x="271462" y="150812"/>
                    <a:pt x="249042" y="150812"/>
                  </a:cubicBezTo>
                  <a:cubicBezTo>
                    <a:pt x="242448" y="119159"/>
                    <a:pt x="217390" y="94101"/>
                    <a:pt x="185737" y="87507"/>
                  </a:cubicBezTo>
                  <a:cubicBezTo>
                    <a:pt x="185737" y="87507"/>
                    <a:pt x="185737" y="87507"/>
                    <a:pt x="185737" y="65087"/>
                  </a:cubicBezTo>
                  <a:close/>
                  <a:moveTo>
                    <a:pt x="152400" y="65087"/>
                  </a:moveTo>
                  <a:cubicBezTo>
                    <a:pt x="152400" y="65087"/>
                    <a:pt x="152400" y="65087"/>
                    <a:pt x="152400" y="87507"/>
                  </a:cubicBezTo>
                  <a:cubicBezTo>
                    <a:pt x="120747" y="94101"/>
                    <a:pt x="95689" y="119159"/>
                    <a:pt x="89095" y="150812"/>
                  </a:cubicBezTo>
                  <a:lnTo>
                    <a:pt x="66675" y="150812"/>
                  </a:lnTo>
                  <a:cubicBezTo>
                    <a:pt x="73269" y="107290"/>
                    <a:pt x="108878" y="71681"/>
                    <a:pt x="152400" y="65087"/>
                  </a:cubicBezTo>
                  <a:close/>
                  <a:moveTo>
                    <a:pt x="185737" y="0"/>
                  </a:moveTo>
                  <a:cubicBezTo>
                    <a:pt x="266576" y="7868"/>
                    <a:pt x="330186" y="70816"/>
                    <a:pt x="338137" y="150813"/>
                  </a:cubicBezTo>
                  <a:cubicBezTo>
                    <a:pt x="338137" y="150813"/>
                    <a:pt x="338137" y="150813"/>
                    <a:pt x="315609" y="150813"/>
                  </a:cubicBezTo>
                  <a:cubicBezTo>
                    <a:pt x="307657" y="83930"/>
                    <a:pt x="253323" y="30162"/>
                    <a:pt x="185737" y="22294"/>
                  </a:cubicBezTo>
                  <a:cubicBezTo>
                    <a:pt x="185737" y="22294"/>
                    <a:pt x="185737" y="22294"/>
                    <a:pt x="185737" y="0"/>
                  </a:cubicBezTo>
                  <a:close/>
                  <a:moveTo>
                    <a:pt x="152400" y="0"/>
                  </a:moveTo>
                  <a:cubicBezTo>
                    <a:pt x="152400" y="0"/>
                    <a:pt x="152400" y="0"/>
                    <a:pt x="152400" y="22294"/>
                  </a:cubicBezTo>
                  <a:cubicBezTo>
                    <a:pt x="84814" y="30162"/>
                    <a:pt x="30480" y="83930"/>
                    <a:pt x="22528" y="150813"/>
                  </a:cubicBezTo>
                  <a:cubicBezTo>
                    <a:pt x="22528" y="150813"/>
                    <a:pt x="22528" y="150813"/>
                    <a:pt x="0" y="150813"/>
                  </a:cubicBezTo>
                  <a:cubicBezTo>
                    <a:pt x="7951" y="70816"/>
                    <a:pt x="71561" y="7868"/>
                    <a:pt x="1524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800">
                <a:cs typeface="+mn-ea"/>
                <a:sym typeface="+mn-lt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990743" y="2164059"/>
            <a:ext cx="794854" cy="794855"/>
            <a:chOff x="3851116" y="2113155"/>
            <a:chExt cx="1254884" cy="1254885"/>
          </a:xfrm>
        </p:grpSpPr>
        <p:sp>
          <p:nvSpPr>
            <p:cNvPr id="14" name="Oval 23"/>
            <p:cNvSpPr/>
            <p:nvPr/>
          </p:nvSpPr>
          <p:spPr>
            <a:xfrm>
              <a:off x="3851116" y="2113155"/>
              <a:ext cx="1254884" cy="1254885"/>
            </a:xfrm>
            <a:prstGeom prst="ellipse">
              <a:avLst/>
            </a:prstGeom>
            <a:solidFill>
              <a:schemeClr val="accent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800" dirty="0">
                <a:cs typeface="+mn-ea"/>
                <a:sym typeface="+mn-lt"/>
              </a:endParaRPr>
            </a:p>
          </p:txBody>
        </p:sp>
        <p:sp>
          <p:nvSpPr>
            <p:cNvPr id="15" name="Freeform: Shape 30"/>
            <p:cNvSpPr/>
            <p:nvPr/>
          </p:nvSpPr>
          <p:spPr bwMode="auto">
            <a:xfrm>
              <a:off x="4199102" y="2462452"/>
              <a:ext cx="558913" cy="556291"/>
            </a:xfrm>
            <a:custGeom>
              <a:avLst/>
              <a:gdLst>
                <a:gd name="connsiteX0" fmla="*/ 315609 w 338137"/>
                <a:gd name="connsiteY0" fmla="*/ 185737 h 336550"/>
                <a:gd name="connsiteX1" fmla="*/ 338137 w 338137"/>
                <a:gd name="connsiteY1" fmla="*/ 185737 h 336550"/>
                <a:gd name="connsiteX2" fmla="*/ 185737 w 338137"/>
                <a:gd name="connsiteY2" fmla="*/ 336550 h 336550"/>
                <a:gd name="connsiteX3" fmla="*/ 185737 w 338137"/>
                <a:gd name="connsiteY3" fmla="*/ 314256 h 336550"/>
                <a:gd name="connsiteX4" fmla="*/ 315609 w 338137"/>
                <a:gd name="connsiteY4" fmla="*/ 185737 h 336550"/>
                <a:gd name="connsiteX5" fmla="*/ 249042 w 338137"/>
                <a:gd name="connsiteY5" fmla="*/ 185737 h 336550"/>
                <a:gd name="connsiteX6" fmla="*/ 271462 w 338137"/>
                <a:gd name="connsiteY6" fmla="*/ 185737 h 336550"/>
                <a:gd name="connsiteX7" fmla="*/ 185737 w 338137"/>
                <a:gd name="connsiteY7" fmla="*/ 269875 h 336550"/>
                <a:gd name="connsiteX8" fmla="*/ 185737 w 338137"/>
                <a:gd name="connsiteY8" fmla="*/ 247870 h 336550"/>
                <a:gd name="connsiteX9" fmla="*/ 249042 w 338137"/>
                <a:gd name="connsiteY9" fmla="*/ 185737 h 336550"/>
                <a:gd name="connsiteX10" fmla="*/ 66675 w 338137"/>
                <a:gd name="connsiteY10" fmla="*/ 185737 h 336550"/>
                <a:gd name="connsiteX11" fmla="*/ 89095 w 338137"/>
                <a:gd name="connsiteY11" fmla="*/ 185737 h 336550"/>
                <a:gd name="connsiteX12" fmla="*/ 152400 w 338137"/>
                <a:gd name="connsiteY12" fmla="*/ 247870 h 336550"/>
                <a:gd name="connsiteX13" fmla="*/ 152400 w 338137"/>
                <a:gd name="connsiteY13" fmla="*/ 269875 h 336550"/>
                <a:gd name="connsiteX14" fmla="*/ 66675 w 338137"/>
                <a:gd name="connsiteY14" fmla="*/ 185737 h 336550"/>
                <a:gd name="connsiteX15" fmla="*/ 0 w 338137"/>
                <a:gd name="connsiteY15" fmla="*/ 185737 h 336550"/>
                <a:gd name="connsiteX16" fmla="*/ 22528 w 338137"/>
                <a:gd name="connsiteY16" fmla="*/ 185737 h 336550"/>
                <a:gd name="connsiteX17" fmla="*/ 152400 w 338137"/>
                <a:gd name="connsiteY17" fmla="*/ 314256 h 336550"/>
                <a:gd name="connsiteX18" fmla="*/ 152400 w 338137"/>
                <a:gd name="connsiteY18" fmla="*/ 336550 h 336550"/>
                <a:gd name="connsiteX19" fmla="*/ 0 w 338137"/>
                <a:gd name="connsiteY19" fmla="*/ 185737 h 336550"/>
                <a:gd name="connsiteX20" fmla="*/ 169069 w 338137"/>
                <a:gd name="connsiteY20" fmla="*/ 127000 h 336550"/>
                <a:gd name="connsiteX21" fmla="*/ 186045 w 338137"/>
                <a:gd name="connsiteY21" fmla="*/ 130918 h 336550"/>
                <a:gd name="connsiteX22" fmla="*/ 205633 w 338137"/>
                <a:gd name="connsiteY22" fmla="*/ 150506 h 336550"/>
                <a:gd name="connsiteX23" fmla="*/ 209550 w 338137"/>
                <a:gd name="connsiteY23" fmla="*/ 167482 h 336550"/>
                <a:gd name="connsiteX24" fmla="*/ 205633 w 338137"/>
                <a:gd name="connsiteY24" fmla="*/ 184458 h 336550"/>
                <a:gd name="connsiteX25" fmla="*/ 186045 w 338137"/>
                <a:gd name="connsiteY25" fmla="*/ 204046 h 336550"/>
                <a:gd name="connsiteX26" fmla="*/ 169069 w 338137"/>
                <a:gd name="connsiteY26" fmla="*/ 207963 h 336550"/>
                <a:gd name="connsiteX27" fmla="*/ 152093 w 338137"/>
                <a:gd name="connsiteY27" fmla="*/ 204046 h 336550"/>
                <a:gd name="connsiteX28" fmla="*/ 132505 w 338137"/>
                <a:gd name="connsiteY28" fmla="*/ 184458 h 336550"/>
                <a:gd name="connsiteX29" fmla="*/ 128587 w 338137"/>
                <a:gd name="connsiteY29" fmla="*/ 167482 h 336550"/>
                <a:gd name="connsiteX30" fmla="*/ 132505 w 338137"/>
                <a:gd name="connsiteY30" fmla="*/ 150506 h 336550"/>
                <a:gd name="connsiteX31" fmla="*/ 152093 w 338137"/>
                <a:gd name="connsiteY31" fmla="*/ 130918 h 336550"/>
                <a:gd name="connsiteX32" fmla="*/ 169069 w 338137"/>
                <a:gd name="connsiteY32" fmla="*/ 127000 h 336550"/>
                <a:gd name="connsiteX33" fmla="*/ 185737 w 338137"/>
                <a:gd name="connsiteY33" fmla="*/ 65087 h 336550"/>
                <a:gd name="connsiteX34" fmla="*/ 271462 w 338137"/>
                <a:gd name="connsiteY34" fmla="*/ 150812 h 336550"/>
                <a:gd name="connsiteX35" fmla="*/ 249042 w 338137"/>
                <a:gd name="connsiteY35" fmla="*/ 150812 h 336550"/>
                <a:gd name="connsiteX36" fmla="*/ 185737 w 338137"/>
                <a:gd name="connsiteY36" fmla="*/ 87507 h 336550"/>
                <a:gd name="connsiteX37" fmla="*/ 185737 w 338137"/>
                <a:gd name="connsiteY37" fmla="*/ 65087 h 336550"/>
                <a:gd name="connsiteX38" fmla="*/ 152400 w 338137"/>
                <a:gd name="connsiteY38" fmla="*/ 65087 h 336550"/>
                <a:gd name="connsiteX39" fmla="*/ 152400 w 338137"/>
                <a:gd name="connsiteY39" fmla="*/ 87507 h 336550"/>
                <a:gd name="connsiteX40" fmla="*/ 89095 w 338137"/>
                <a:gd name="connsiteY40" fmla="*/ 150812 h 336550"/>
                <a:gd name="connsiteX41" fmla="*/ 66675 w 338137"/>
                <a:gd name="connsiteY41" fmla="*/ 150812 h 336550"/>
                <a:gd name="connsiteX42" fmla="*/ 152400 w 338137"/>
                <a:gd name="connsiteY42" fmla="*/ 65087 h 336550"/>
                <a:gd name="connsiteX43" fmla="*/ 185737 w 338137"/>
                <a:gd name="connsiteY43" fmla="*/ 0 h 336550"/>
                <a:gd name="connsiteX44" fmla="*/ 338137 w 338137"/>
                <a:gd name="connsiteY44" fmla="*/ 150813 h 336550"/>
                <a:gd name="connsiteX45" fmla="*/ 315609 w 338137"/>
                <a:gd name="connsiteY45" fmla="*/ 150813 h 336550"/>
                <a:gd name="connsiteX46" fmla="*/ 185737 w 338137"/>
                <a:gd name="connsiteY46" fmla="*/ 22294 h 336550"/>
                <a:gd name="connsiteX47" fmla="*/ 185737 w 338137"/>
                <a:gd name="connsiteY47" fmla="*/ 0 h 336550"/>
                <a:gd name="connsiteX48" fmla="*/ 152400 w 338137"/>
                <a:gd name="connsiteY48" fmla="*/ 0 h 336550"/>
                <a:gd name="connsiteX49" fmla="*/ 152400 w 338137"/>
                <a:gd name="connsiteY49" fmla="*/ 22294 h 336550"/>
                <a:gd name="connsiteX50" fmla="*/ 22528 w 338137"/>
                <a:gd name="connsiteY50" fmla="*/ 150813 h 336550"/>
                <a:gd name="connsiteX51" fmla="*/ 0 w 338137"/>
                <a:gd name="connsiteY51" fmla="*/ 150813 h 336550"/>
                <a:gd name="connsiteX52" fmla="*/ 152400 w 338137"/>
                <a:gd name="connsiteY52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38137" h="336550">
                  <a:moveTo>
                    <a:pt x="315609" y="185737"/>
                  </a:moveTo>
                  <a:cubicBezTo>
                    <a:pt x="315609" y="185737"/>
                    <a:pt x="315609" y="185737"/>
                    <a:pt x="338137" y="185737"/>
                  </a:cubicBezTo>
                  <a:cubicBezTo>
                    <a:pt x="330186" y="265734"/>
                    <a:pt x="266576" y="328682"/>
                    <a:pt x="185737" y="336550"/>
                  </a:cubicBezTo>
                  <a:cubicBezTo>
                    <a:pt x="185737" y="336550"/>
                    <a:pt x="185737" y="336550"/>
                    <a:pt x="185737" y="314256"/>
                  </a:cubicBezTo>
                  <a:cubicBezTo>
                    <a:pt x="253323" y="306388"/>
                    <a:pt x="307657" y="252620"/>
                    <a:pt x="315609" y="185737"/>
                  </a:cubicBezTo>
                  <a:close/>
                  <a:moveTo>
                    <a:pt x="249042" y="185737"/>
                  </a:moveTo>
                  <a:cubicBezTo>
                    <a:pt x="249042" y="185737"/>
                    <a:pt x="249042" y="185737"/>
                    <a:pt x="271462" y="185737"/>
                  </a:cubicBezTo>
                  <a:cubicBezTo>
                    <a:pt x="264868" y="228453"/>
                    <a:pt x="229259" y="263403"/>
                    <a:pt x="185737" y="269875"/>
                  </a:cubicBezTo>
                  <a:cubicBezTo>
                    <a:pt x="185737" y="269875"/>
                    <a:pt x="185737" y="269875"/>
                    <a:pt x="185737" y="247870"/>
                  </a:cubicBezTo>
                  <a:cubicBezTo>
                    <a:pt x="217390" y="241398"/>
                    <a:pt x="242448" y="216804"/>
                    <a:pt x="249042" y="185737"/>
                  </a:cubicBezTo>
                  <a:close/>
                  <a:moveTo>
                    <a:pt x="66675" y="185737"/>
                  </a:moveTo>
                  <a:cubicBezTo>
                    <a:pt x="66675" y="185737"/>
                    <a:pt x="66675" y="185737"/>
                    <a:pt x="89095" y="185737"/>
                  </a:cubicBezTo>
                  <a:cubicBezTo>
                    <a:pt x="95689" y="216804"/>
                    <a:pt x="120747" y="241398"/>
                    <a:pt x="152400" y="247870"/>
                  </a:cubicBezTo>
                  <a:cubicBezTo>
                    <a:pt x="152400" y="247870"/>
                    <a:pt x="152400" y="247870"/>
                    <a:pt x="152400" y="269875"/>
                  </a:cubicBezTo>
                  <a:cubicBezTo>
                    <a:pt x="108878" y="263403"/>
                    <a:pt x="73269" y="228453"/>
                    <a:pt x="66675" y="185737"/>
                  </a:cubicBezTo>
                  <a:close/>
                  <a:moveTo>
                    <a:pt x="0" y="185737"/>
                  </a:moveTo>
                  <a:cubicBezTo>
                    <a:pt x="0" y="185737"/>
                    <a:pt x="0" y="185737"/>
                    <a:pt x="22528" y="185737"/>
                  </a:cubicBezTo>
                  <a:cubicBezTo>
                    <a:pt x="30480" y="252620"/>
                    <a:pt x="84814" y="306388"/>
                    <a:pt x="152400" y="314256"/>
                  </a:cubicBezTo>
                  <a:cubicBezTo>
                    <a:pt x="152400" y="314256"/>
                    <a:pt x="152400" y="314256"/>
                    <a:pt x="152400" y="336550"/>
                  </a:cubicBezTo>
                  <a:cubicBezTo>
                    <a:pt x="71561" y="328682"/>
                    <a:pt x="7951" y="265734"/>
                    <a:pt x="0" y="185737"/>
                  </a:cubicBezTo>
                  <a:close/>
                  <a:moveTo>
                    <a:pt x="169069" y="127000"/>
                  </a:moveTo>
                  <a:cubicBezTo>
                    <a:pt x="175598" y="127000"/>
                    <a:pt x="180821" y="128306"/>
                    <a:pt x="186045" y="130918"/>
                  </a:cubicBezTo>
                  <a:cubicBezTo>
                    <a:pt x="195186" y="134835"/>
                    <a:pt x="201715" y="141365"/>
                    <a:pt x="205633" y="150506"/>
                  </a:cubicBezTo>
                  <a:cubicBezTo>
                    <a:pt x="208244" y="155729"/>
                    <a:pt x="209550" y="160952"/>
                    <a:pt x="209550" y="167482"/>
                  </a:cubicBezTo>
                  <a:cubicBezTo>
                    <a:pt x="209550" y="174011"/>
                    <a:pt x="208244" y="179234"/>
                    <a:pt x="205633" y="184458"/>
                  </a:cubicBezTo>
                  <a:cubicBezTo>
                    <a:pt x="201715" y="193599"/>
                    <a:pt x="195186" y="200128"/>
                    <a:pt x="186045" y="204046"/>
                  </a:cubicBezTo>
                  <a:cubicBezTo>
                    <a:pt x="180821" y="206657"/>
                    <a:pt x="175598" y="207963"/>
                    <a:pt x="169069" y="207963"/>
                  </a:cubicBezTo>
                  <a:cubicBezTo>
                    <a:pt x="162539" y="207963"/>
                    <a:pt x="157316" y="206657"/>
                    <a:pt x="152093" y="204046"/>
                  </a:cubicBezTo>
                  <a:cubicBezTo>
                    <a:pt x="142952" y="200128"/>
                    <a:pt x="136422" y="193599"/>
                    <a:pt x="132505" y="184458"/>
                  </a:cubicBezTo>
                  <a:cubicBezTo>
                    <a:pt x="129893" y="179234"/>
                    <a:pt x="128587" y="174011"/>
                    <a:pt x="128587" y="167482"/>
                  </a:cubicBezTo>
                  <a:cubicBezTo>
                    <a:pt x="128587" y="160952"/>
                    <a:pt x="129893" y="155729"/>
                    <a:pt x="132505" y="150506"/>
                  </a:cubicBezTo>
                  <a:cubicBezTo>
                    <a:pt x="136422" y="141365"/>
                    <a:pt x="142952" y="134835"/>
                    <a:pt x="152093" y="130918"/>
                  </a:cubicBezTo>
                  <a:cubicBezTo>
                    <a:pt x="157316" y="128306"/>
                    <a:pt x="162539" y="127000"/>
                    <a:pt x="169069" y="127000"/>
                  </a:cubicBezTo>
                  <a:close/>
                  <a:moveTo>
                    <a:pt x="185737" y="65087"/>
                  </a:moveTo>
                  <a:cubicBezTo>
                    <a:pt x="229259" y="71681"/>
                    <a:pt x="264868" y="107290"/>
                    <a:pt x="271462" y="150812"/>
                  </a:cubicBezTo>
                  <a:cubicBezTo>
                    <a:pt x="271462" y="150812"/>
                    <a:pt x="271462" y="150812"/>
                    <a:pt x="249042" y="150812"/>
                  </a:cubicBezTo>
                  <a:cubicBezTo>
                    <a:pt x="242448" y="119159"/>
                    <a:pt x="217390" y="94101"/>
                    <a:pt x="185737" y="87507"/>
                  </a:cubicBezTo>
                  <a:cubicBezTo>
                    <a:pt x="185737" y="87507"/>
                    <a:pt x="185737" y="87507"/>
                    <a:pt x="185737" y="65087"/>
                  </a:cubicBezTo>
                  <a:close/>
                  <a:moveTo>
                    <a:pt x="152400" y="65087"/>
                  </a:moveTo>
                  <a:cubicBezTo>
                    <a:pt x="152400" y="65087"/>
                    <a:pt x="152400" y="65087"/>
                    <a:pt x="152400" y="87507"/>
                  </a:cubicBezTo>
                  <a:cubicBezTo>
                    <a:pt x="120747" y="94101"/>
                    <a:pt x="95689" y="119159"/>
                    <a:pt x="89095" y="150812"/>
                  </a:cubicBezTo>
                  <a:lnTo>
                    <a:pt x="66675" y="150812"/>
                  </a:lnTo>
                  <a:cubicBezTo>
                    <a:pt x="73269" y="107290"/>
                    <a:pt x="108878" y="71681"/>
                    <a:pt x="152400" y="65087"/>
                  </a:cubicBezTo>
                  <a:close/>
                  <a:moveTo>
                    <a:pt x="185737" y="0"/>
                  </a:moveTo>
                  <a:cubicBezTo>
                    <a:pt x="266576" y="7868"/>
                    <a:pt x="330186" y="70816"/>
                    <a:pt x="338137" y="150813"/>
                  </a:cubicBezTo>
                  <a:cubicBezTo>
                    <a:pt x="338137" y="150813"/>
                    <a:pt x="338137" y="150813"/>
                    <a:pt x="315609" y="150813"/>
                  </a:cubicBezTo>
                  <a:cubicBezTo>
                    <a:pt x="307657" y="83930"/>
                    <a:pt x="253323" y="30162"/>
                    <a:pt x="185737" y="22294"/>
                  </a:cubicBezTo>
                  <a:cubicBezTo>
                    <a:pt x="185737" y="22294"/>
                    <a:pt x="185737" y="22294"/>
                    <a:pt x="185737" y="0"/>
                  </a:cubicBezTo>
                  <a:close/>
                  <a:moveTo>
                    <a:pt x="152400" y="0"/>
                  </a:moveTo>
                  <a:cubicBezTo>
                    <a:pt x="152400" y="0"/>
                    <a:pt x="152400" y="0"/>
                    <a:pt x="152400" y="22294"/>
                  </a:cubicBezTo>
                  <a:cubicBezTo>
                    <a:pt x="84814" y="30162"/>
                    <a:pt x="30480" y="83930"/>
                    <a:pt x="22528" y="150813"/>
                  </a:cubicBezTo>
                  <a:cubicBezTo>
                    <a:pt x="22528" y="150813"/>
                    <a:pt x="22528" y="150813"/>
                    <a:pt x="0" y="150813"/>
                  </a:cubicBezTo>
                  <a:cubicBezTo>
                    <a:pt x="7951" y="70816"/>
                    <a:pt x="71561" y="7868"/>
                    <a:pt x="1524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800">
                <a:cs typeface="+mn-ea"/>
                <a:sym typeface="+mn-lt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7175903" y="2164059"/>
            <a:ext cx="794854" cy="794855"/>
            <a:chOff x="7036276" y="2113155"/>
            <a:chExt cx="1254884" cy="1254885"/>
          </a:xfrm>
        </p:grpSpPr>
        <p:sp>
          <p:nvSpPr>
            <p:cNvPr id="17" name="Oval 23"/>
            <p:cNvSpPr/>
            <p:nvPr/>
          </p:nvSpPr>
          <p:spPr>
            <a:xfrm>
              <a:off x="7036276" y="2113155"/>
              <a:ext cx="1254884" cy="1254885"/>
            </a:xfrm>
            <a:prstGeom prst="ellipse">
              <a:avLst/>
            </a:prstGeom>
            <a:solidFill>
              <a:schemeClr val="accent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800">
                <a:cs typeface="+mn-ea"/>
                <a:sym typeface="+mn-lt"/>
              </a:endParaRPr>
            </a:p>
          </p:txBody>
        </p:sp>
        <p:sp>
          <p:nvSpPr>
            <p:cNvPr id="18" name="Freeform: Shape 30"/>
            <p:cNvSpPr/>
            <p:nvPr/>
          </p:nvSpPr>
          <p:spPr bwMode="auto">
            <a:xfrm>
              <a:off x="7384262" y="2462452"/>
              <a:ext cx="558913" cy="556291"/>
            </a:xfrm>
            <a:custGeom>
              <a:avLst/>
              <a:gdLst>
                <a:gd name="connsiteX0" fmla="*/ 315609 w 338137"/>
                <a:gd name="connsiteY0" fmla="*/ 185737 h 336550"/>
                <a:gd name="connsiteX1" fmla="*/ 338137 w 338137"/>
                <a:gd name="connsiteY1" fmla="*/ 185737 h 336550"/>
                <a:gd name="connsiteX2" fmla="*/ 185737 w 338137"/>
                <a:gd name="connsiteY2" fmla="*/ 336550 h 336550"/>
                <a:gd name="connsiteX3" fmla="*/ 185737 w 338137"/>
                <a:gd name="connsiteY3" fmla="*/ 314256 h 336550"/>
                <a:gd name="connsiteX4" fmla="*/ 315609 w 338137"/>
                <a:gd name="connsiteY4" fmla="*/ 185737 h 336550"/>
                <a:gd name="connsiteX5" fmla="*/ 249042 w 338137"/>
                <a:gd name="connsiteY5" fmla="*/ 185737 h 336550"/>
                <a:gd name="connsiteX6" fmla="*/ 271462 w 338137"/>
                <a:gd name="connsiteY6" fmla="*/ 185737 h 336550"/>
                <a:gd name="connsiteX7" fmla="*/ 185737 w 338137"/>
                <a:gd name="connsiteY7" fmla="*/ 269875 h 336550"/>
                <a:gd name="connsiteX8" fmla="*/ 185737 w 338137"/>
                <a:gd name="connsiteY8" fmla="*/ 247870 h 336550"/>
                <a:gd name="connsiteX9" fmla="*/ 249042 w 338137"/>
                <a:gd name="connsiteY9" fmla="*/ 185737 h 336550"/>
                <a:gd name="connsiteX10" fmla="*/ 66675 w 338137"/>
                <a:gd name="connsiteY10" fmla="*/ 185737 h 336550"/>
                <a:gd name="connsiteX11" fmla="*/ 89095 w 338137"/>
                <a:gd name="connsiteY11" fmla="*/ 185737 h 336550"/>
                <a:gd name="connsiteX12" fmla="*/ 152400 w 338137"/>
                <a:gd name="connsiteY12" fmla="*/ 247870 h 336550"/>
                <a:gd name="connsiteX13" fmla="*/ 152400 w 338137"/>
                <a:gd name="connsiteY13" fmla="*/ 269875 h 336550"/>
                <a:gd name="connsiteX14" fmla="*/ 66675 w 338137"/>
                <a:gd name="connsiteY14" fmla="*/ 185737 h 336550"/>
                <a:gd name="connsiteX15" fmla="*/ 0 w 338137"/>
                <a:gd name="connsiteY15" fmla="*/ 185737 h 336550"/>
                <a:gd name="connsiteX16" fmla="*/ 22528 w 338137"/>
                <a:gd name="connsiteY16" fmla="*/ 185737 h 336550"/>
                <a:gd name="connsiteX17" fmla="*/ 152400 w 338137"/>
                <a:gd name="connsiteY17" fmla="*/ 314256 h 336550"/>
                <a:gd name="connsiteX18" fmla="*/ 152400 w 338137"/>
                <a:gd name="connsiteY18" fmla="*/ 336550 h 336550"/>
                <a:gd name="connsiteX19" fmla="*/ 0 w 338137"/>
                <a:gd name="connsiteY19" fmla="*/ 185737 h 336550"/>
                <a:gd name="connsiteX20" fmla="*/ 169069 w 338137"/>
                <a:gd name="connsiteY20" fmla="*/ 127000 h 336550"/>
                <a:gd name="connsiteX21" fmla="*/ 186045 w 338137"/>
                <a:gd name="connsiteY21" fmla="*/ 130918 h 336550"/>
                <a:gd name="connsiteX22" fmla="*/ 205633 w 338137"/>
                <a:gd name="connsiteY22" fmla="*/ 150506 h 336550"/>
                <a:gd name="connsiteX23" fmla="*/ 209550 w 338137"/>
                <a:gd name="connsiteY23" fmla="*/ 167482 h 336550"/>
                <a:gd name="connsiteX24" fmla="*/ 205633 w 338137"/>
                <a:gd name="connsiteY24" fmla="*/ 184458 h 336550"/>
                <a:gd name="connsiteX25" fmla="*/ 186045 w 338137"/>
                <a:gd name="connsiteY25" fmla="*/ 204046 h 336550"/>
                <a:gd name="connsiteX26" fmla="*/ 169069 w 338137"/>
                <a:gd name="connsiteY26" fmla="*/ 207963 h 336550"/>
                <a:gd name="connsiteX27" fmla="*/ 152093 w 338137"/>
                <a:gd name="connsiteY27" fmla="*/ 204046 h 336550"/>
                <a:gd name="connsiteX28" fmla="*/ 132505 w 338137"/>
                <a:gd name="connsiteY28" fmla="*/ 184458 h 336550"/>
                <a:gd name="connsiteX29" fmla="*/ 128587 w 338137"/>
                <a:gd name="connsiteY29" fmla="*/ 167482 h 336550"/>
                <a:gd name="connsiteX30" fmla="*/ 132505 w 338137"/>
                <a:gd name="connsiteY30" fmla="*/ 150506 h 336550"/>
                <a:gd name="connsiteX31" fmla="*/ 152093 w 338137"/>
                <a:gd name="connsiteY31" fmla="*/ 130918 h 336550"/>
                <a:gd name="connsiteX32" fmla="*/ 169069 w 338137"/>
                <a:gd name="connsiteY32" fmla="*/ 127000 h 336550"/>
                <a:gd name="connsiteX33" fmla="*/ 185737 w 338137"/>
                <a:gd name="connsiteY33" fmla="*/ 65087 h 336550"/>
                <a:gd name="connsiteX34" fmla="*/ 271462 w 338137"/>
                <a:gd name="connsiteY34" fmla="*/ 150812 h 336550"/>
                <a:gd name="connsiteX35" fmla="*/ 249042 w 338137"/>
                <a:gd name="connsiteY35" fmla="*/ 150812 h 336550"/>
                <a:gd name="connsiteX36" fmla="*/ 185737 w 338137"/>
                <a:gd name="connsiteY36" fmla="*/ 87507 h 336550"/>
                <a:gd name="connsiteX37" fmla="*/ 185737 w 338137"/>
                <a:gd name="connsiteY37" fmla="*/ 65087 h 336550"/>
                <a:gd name="connsiteX38" fmla="*/ 152400 w 338137"/>
                <a:gd name="connsiteY38" fmla="*/ 65087 h 336550"/>
                <a:gd name="connsiteX39" fmla="*/ 152400 w 338137"/>
                <a:gd name="connsiteY39" fmla="*/ 87507 h 336550"/>
                <a:gd name="connsiteX40" fmla="*/ 89095 w 338137"/>
                <a:gd name="connsiteY40" fmla="*/ 150812 h 336550"/>
                <a:gd name="connsiteX41" fmla="*/ 66675 w 338137"/>
                <a:gd name="connsiteY41" fmla="*/ 150812 h 336550"/>
                <a:gd name="connsiteX42" fmla="*/ 152400 w 338137"/>
                <a:gd name="connsiteY42" fmla="*/ 65087 h 336550"/>
                <a:gd name="connsiteX43" fmla="*/ 185737 w 338137"/>
                <a:gd name="connsiteY43" fmla="*/ 0 h 336550"/>
                <a:gd name="connsiteX44" fmla="*/ 338137 w 338137"/>
                <a:gd name="connsiteY44" fmla="*/ 150813 h 336550"/>
                <a:gd name="connsiteX45" fmla="*/ 315609 w 338137"/>
                <a:gd name="connsiteY45" fmla="*/ 150813 h 336550"/>
                <a:gd name="connsiteX46" fmla="*/ 185737 w 338137"/>
                <a:gd name="connsiteY46" fmla="*/ 22294 h 336550"/>
                <a:gd name="connsiteX47" fmla="*/ 185737 w 338137"/>
                <a:gd name="connsiteY47" fmla="*/ 0 h 336550"/>
                <a:gd name="connsiteX48" fmla="*/ 152400 w 338137"/>
                <a:gd name="connsiteY48" fmla="*/ 0 h 336550"/>
                <a:gd name="connsiteX49" fmla="*/ 152400 w 338137"/>
                <a:gd name="connsiteY49" fmla="*/ 22294 h 336550"/>
                <a:gd name="connsiteX50" fmla="*/ 22528 w 338137"/>
                <a:gd name="connsiteY50" fmla="*/ 150813 h 336550"/>
                <a:gd name="connsiteX51" fmla="*/ 0 w 338137"/>
                <a:gd name="connsiteY51" fmla="*/ 150813 h 336550"/>
                <a:gd name="connsiteX52" fmla="*/ 152400 w 338137"/>
                <a:gd name="connsiteY52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38137" h="336550">
                  <a:moveTo>
                    <a:pt x="315609" y="185737"/>
                  </a:moveTo>
                  <a:cubicBezTo>
                    <a:pt x="315609" y="185737"/>
                    <a:pt x="315609" y="185737"/>
                    <a:pt x="338137" y="185737"/>
                  </a:cubicBezTo>
                  <a:cubicBezTo>
                    <a:pt x="330186" y="265734"/>
                    <a:pt x="266576" y="328682"/>
                    <a:pt x="185737" y="336550"/>
                  </a:cubicBezTo>
                  <a:cubicBezTo>
                    <a:pt x="185737" y="336550"/>
                    <a:pt x="185737" y="336550"/>
                    <a:pt x="185737" y="314256"/>
                  </a:cubicBezTo>
                  <a:cubicBezTo>
                    <a:pt x="253323" y="306388"/>
                    <a:pt x="307657" y="252620"/>
                    <a:pt x="315609" y="185737"/>
                  </a:cubicBezTo>
                  <a:close/>
                  <a:moveTo>
                    <a:pt x="249042" y="185737"/>
                  </a:moveTo>
                  <a:cubicBezTo>
                    <a:pt x="249042" y="185737"/>
                    <a:pt x="249042" y="185737"/>
                    <a:pt x="271462" y="185737"/>
                  </a:cubicBezTo>
                  <a:cubicBezTo>
                    <a:pt x="264868" y="228453"/>
                    <a:pt x="229259" y="263403"/>
                    <a:pt x="185737" y="269875"/>
                  </a:cubicBezTo>
                  <a:cubicBezTo>
                    <a:pt x="185737" y="269875"/>
                    <a:pt x="185737" y="269875"/>
                    <a:pt x="185737" y="247870"/>
                  </a:cubicBezTo>
                  <a:cubicBezTo>
                    <a:pt x="217390" y="241398"/>
                    <a:pt x="242448" y="216804"/>
                    <a:pt x="249042" y="185737"/>
                  </a:cubicBezTo>
                  <a:close/>
                  <a:moveTo>
                    <a:pt x="66675" y="185737"/>
                  </a:moveTo>
                  <a:cubicBezTo>
                    <a:pt x="66675" y="185737"/>
                    <a:pt x="66675" y="185737"/>
                    <a:pt x="89095" y="185737"/>
                  </a:cubicBezTo>
                  <a:cubicBezTo>
                    <a:pt x="95689" y="216804"/>
                    <a:pt x="120747" y="241398"/>
                    <a:pt x="152400" y="247870"/>
                  </a:cubicBezTo>
                  <a:cubicBezTo>
                    <a:pt x="152400" y="247870"/>
                    <a:pt x="152400" y="247870"/>
                    <a:pt x="152400" y="269875"/>
                  </a:cubicBezTo>
                  <a:cubicBezTo>
                    <a:pt x="108878" y="263403"/>
                    <a:pt x="73269" y="228453"/>
                    <a:pt x="66675" y="185737"/>
                  </a:cubicBezTo>
                  <a:close/>
                  <a:moveTo>
                    <a:pt x="0" y="185737"/>
                  </a:moveTo>
                  <a:cubicBezTo>
                    <a:pt x="0" y="185737"/>
                    <a:pt x="0" y="185737"/>
                    <a:pt x="22528" y="185737"/>
                  </a:cubicBezTo>
                  <a:cubicBezTo>
                    <a:pt x="30480" y="252620"/>
                    <a:pt x="84814" y="306388"/>
                    <a:pt x="152400" y="314256"/>
                  </a:cubicBezTo>
                  <a:cubicBezTo>
                    <a:pt x="152400" y="314256"/>
                    <a:pt x="152400" y="314256"/>
                    <a:pt x="152400" y="336550"/>
                  </a:cubicBezTo>
                  <a:cubicBezTo>
                    <a:pt x="71561" y="328682"/>
                    <a:pt x="7951" y="265734"/>
                    <a:pt x="0" y="185737"/>
                  </a:cubicBezTo>
                  <a:close/>
                  <a:moveTo>
                    <a:pt x="169069" y="127000"/>
                  </a:moveTo>
                  <a:cubicBezTo>
                    <a:pt x="175598" y="127000"/>
                    <a:pt x="180821" y="128306"/>
                    <a:pt x="186045" y="130918"/>
                  </a:cubicBezTo>
                  <a:cubicBezTo>
                    <a:pt x="195186" y="134835"/>
                    <a:pt x="201715" y="141365"/>
                    <a:pt x="205633" y="150506"/>
                  </a:cubicBezTo>
                  <a:cubicBezTo>
                    <a:pt x="208244" y="155729"/>
                    <a:pt x="209550" y="160952"/>
                    <a:pt x="209550" y="167482"/>
                  </a:cubicBezTo>
                  <a:cubicBezTo>
                    <a:pt x="209550" y="174011"/>
                    <a:pt x="208244" y="179234"/>
                    <a:pt x="205633" y="184458"/>
                  </a:cubicBezTo>
                  <a:cubicBezTo>
                    <a:pt x="201715" y="193599"/>
                    <a:pt x="195186" y="200128"/>
                    <a:pt x="186045" y="204046"/>
                  </a:cubicBezTo>
                  <a:cubicBezTo>
                    <a:pt x="180821" y="206657"/>
                    <a:pt x="175598" y="207963"/>
                    <a:pt x="169069" y="207963"/>
                  </a:cubicBezTo>
                  <a:cubicBezTo>
                    <a:pt x="162539" y="207963"/>
                    <a:pt x="157316" y="206657"/>
                    <a:pt x="152093" y="204046"/>
                  </a:cubicBezTo>
                  <a:cubicBezTo>
                    <a:pt x="142952" y="200128"/>
                    <a:pt x="136422" y="193599"/>
                    <a:pt x="132505" y="184458"/>
                  </a:cubicBezTo>
                  <a:cubicBezTo>
                    <a:pt x="129893" y="179234"/>
                    <a:pt x="128587" y="174011"/>
                    <a:pt x="128587" y="167482"/>
                  </a:cubicBezTo>
                  <a:cubicBezTo>
                    <a:pt x="128587" y="160952"/>
                    <a:pt x="129893" y="155729"/>
                    <a:pt x="132505" y="150506"/>
                  </a:cubicBezTo>
                  <a:cubicBezTo>
                    <a:pt x="136422" y="141365"/>
                    <a:pt x="142952" y="134835"/>
                    <a:pt x="152093" y="130918"/>
                  </a:cubicBezTo>
                  <a:cubicBezTo>
                    <a:pt x="157316" y="128306"/>
                    <a:pt x="162539" y="127000"/>
                    <a:pt x="169069" y="127000"/>
                  </a:cubicBezTo>
                  <a:close/>
                  <a:moveTo>
                    <a:pt x="185737" y="65087"/>
                  </a:moveTo>
                  <a:cubicBezTo>
                    <a:pt x="229259" y="71681"/>
                    <a:pt x="264868" y="107290"/>
                    <a:pt x="271462" y="150812"/>
                  </a:cubicBezTo>
                  <a:cubicBezTo>
                    <a:pt x="271462" y="150812"/>
                    <a:pt x="271462" y="150812"/>
                    <a:pt x="249042" y="150812"/>
                  </a:cubicBezTo>
                  <a:cubicBezTo>
                    <a:pt x="242448" y="119159"/>
                    <a:pt x="217390" y="94101"/>
                    <a:pt x="185737" y="87507"/>
                  </a:cubicBezTo>
                  <a:cubicBezTo>
                    <a:pt x="185737" y="87507"/>
                    <a:pt x="185737" y="87507"/>
                    <a:pt x="185737" y="65087"/>
                  </a:cubicBezTo>
                  <a:close/>
                  <a:moveTo>
                    <a:pt x="152400" y="65087"/>
                  </a:moveTo>
                  <a:cubicBezTo>
                    <a:pt x="152400" y="65087"/>
                    <a:pt x="152400" y="65087"/>
                    <a:pt x="152400" y="87507"/>
                  </a:cubicBezTo>
                  <a:cubicBezTo>
                    <a:pt x="120747" y="94101"/>
                    <a:pt x="95689" y="119159"/>
                    <a:pt x="89095" y="150812"/>
                  </a:cubicBezTo>
                  <a:lnTo>
                    <a:pt x="66675" y="150812"/>
                  </a:lnTo>
                  <a:cubicBezTo>
                    <a:pt x="73269" y="107290"/>
                    <a:pt x="108878" y="71681"/>
                    <a:pt x="152400" y="65087"/>
                  </a:cubicBezTo>
                  <a:close/>
                  <a:moveTo>
                    <a:pt x="185737" y="0"/>
                  </a:moveTo>
                  <a:cubicBezTo>
                    <a:pt x="266576" y="7868"/>
                    <a:pt x="330186" y="70816"/>
                    <a:pt x="338137" y="150813"/>
                  </a:cubicBezTo>
                  <a:cubicBezTo>
                    <a:pt x="338137" y="150813"/>
                    <a:pt x="338137" y="150813"/>
                    <a:pt x="315609" y="150813"/>
                  </a:cubicBezTo>
                  <a:cubicBezTo>
                    <a:pt x="307657" y="83930"/>
                    <a:pt x="253323" y="30162"/>
                    <a:pt x="185737" y="22294"/>
                  </a:cubicBezTo>
                  <a:cubicBezTo>
                    <a:pt x="185737" y="22294"/>
                    <a:pt x="185737" y="22294"/>
                    <a:pt x="185737" y="0"/>
                  </a:cubicBezTo>
                  <a:close/>
                  <a:moveTo>
                    <a:pt x="152400" y="0"/>
                  </a:moveTo>
                  <a:cubicBezTo>
                    <a:pt x="152400" y="0"/>
                    <a:pt x="152400" y="0"/>
                    <a:pt x="152400" y="22294"/>
                  </a:cubicBezTo>
                  <a:cubicBezTo>
                    <a:pt x="84814" y="30162"/>
                    <a:pt x="30480" y="83930"/>
                    <a:pt x="22528" y="150813"/>
                  </a:cubicBezTo>
                  <a:cubicBezTo>
                    <a:pt x="22528" y="150813"/>
                    <a:pt x="22528" y="150813"/>
                    <a:pt x="0" y="150813"/>
                  </a:cubicBezTo>
                  <a:cubicBezTo>
                    <a:pt x="7951" y="70816"/>
                    <a:pt x="71561" y="7868"/>
                    <a:pt x="1524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800">
                <a:cs typeface="+mn-ea"/>
                <a:sym typeface="+mn-lt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0361063" y="2164059"/>
            <a:ext cx="794854" cy="794855"/>
            <a:chOff x="10221436" y="2113155"/>
            <a:chExt cx="1254884" cy="1254885"/>
          </a:xfrm>
        </p:grpSpPr>
        <p:sp>
          <p:nvSpPr>
            <p:cNvPr id="20" name="Oval 23"/>
            <p:cNvSpPr/>
            <p:nvPr/>
          </p:nvSpPr>
          <p:spPr>
            <a:xfrm>
              <a:off x="10221436" y="2113155"/>
              <a:ext cx="1254884" cy="1254885"/>
            </a:xfrm>
            <a:prstGeom prst="ellipse">
              <a:avLst/>
            </a:prstGeom>
            <a:solidFill>
              <a:schemeClr val="accent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800" dirty="0">
                <a:cs typeface="+mn-ea"/>
                <a:sym typeface="+mn-lt"/>
              </a:endParaRPr>
            </a:p>
          </p:txBody>
        </p:sp>
        <p:sp>
          <p:nvSpPr>
            <p:cNvPr id="21" name="Freeform: Shape 30"/>
            <p:cNvSpPr/>
            <p:nvPr/>
          </p:nvSpPr>
          <p:spPr bwMode="auto">
            <a:xfrm>
              <a:off x="10569422" y="2462452"/>
              <a:ext cx="558913" cy="556291"/>
            </a:xfrm>
            <a:custGeom>
              <a:avLst/>
              <a:gdLst>
                <a:gd name="connsiteX0" fmla="*/ 315609 w 338137"/>
                <a:gd name="connsiteY0" fmla="*/ 185737 h 336550"/>
                <a:gd name="connsiteX1" fmla="*/ 338137 w 338137"/>
                <a:gd name="connsiteY1" fmla="*/ 185737 h 336550"/>
                <a:gd name="connsiteX2" fmla="*/ 185737 w 338137"/>
                <a:gd name="connsiteY2" fmla="*/ 336550 h 336550"/>
                <a:gd name="connsiteX3" fmla="*/ 185737 w 338137"/>
                <a:gd name="connsiteY3" fmla="*/ 314256 h 336550"/>
                <a:gd name="connsiteX4" fmla="*/ 315609 w 338137"/>
                <a:gd name="connsiteY4" fmla="*/ 185737 h 336550"/>
                <a:gd name="connsiteX5" fmla="*/ 249042 w 338137"/>
                <a:gd name="connsiteY5" fmla="*/ 185737 h 336550"/>
                <a:gd name="connsiteX6" fmla="*/ 271462 w 338137"/>
                <a:gd name="connsiteY6" fmla="*/ 185737 h 336550"/>
                <a:gd name="connsiteX7" fmla="*/ 185737 w 338137"/>
                <a:gd name="connsiteY7" fmla="*/ 269875 h 336550"/>
                <a:gd name="connsiteX8" fmla="*/ 185737 w 338137"/>
                <a:gd name="connsiteY8" fmla="*/ 247870 h 336550"/>
                <a:gd name="connsiteX9" fmla="*/ 249042 w 338137"/>
                <a:gd name="connsiteY9" fmla="*/ 185737 h 336550"/>
                <a:gd name="connsiteX10" fmla="*/ 66675 w 338137"/>
                <a:gd name="connsiteY10" fmla="*/ 185737 h 336550"/>
                <a:gd name="connsiteX11" fmla="*/ 89095 w 338137"/>
                <a:gd name="connsiteY11" fmla="*/ 185737 h 336550"/>
                <a:gd name="connsiteX12" fmla="*/ 152400 w 338137"/>
                <a:gd name="connsiteY12" fmla="*/ 247870 h 336550"/>
                <a:gd name="connsiteX13" fmla="*/ 152400 w 338137"/>
                <a:gd name="connsiteY13" fmla="*/ 269875 h 336550"/>
                <a:gd name="connsiteX14" fmla="*/ 66675 w 338137"/>
                <a:gd name="connsiteY14" fmla="*/ 185737 h 336550"/>
                <a:gd name="connsiteX15" fmla="*/ 0 w 338137"/>
                <a:gd name="connsiteY15" fmla="*/ 185737 h 336550"/>
                <a:gd name="connsiteX16" fmla="*/ 22528 w 338137"/>
                <a:gd name="connsiteY16" fmla="*/ 185737 h 336550"/>
                <a:gd name="connsiteX17" fmla="*/ 152400 w 338137"/>
                <a:gd name="connsiteY17" fmla="*/ 314256 h 336550"/>
                <a:gd name="connsiteX18" fmla="*/ 152400 w 338137"/>
                <a:gd name="connsiteY18" fmla="*/ 336550 h 336550"/>
                <a:gd name="connsiteX19" fmla="*/ 0 w 338137"/>
                <a:gd name="connsiteY19" fmla="*/ 185737 h 336550"/>
                <a:gd name="connsiteX20" fmla="*/ 169069 w 338137"/>
                <a:gd name="connsiteY20" fmla="*/ 127000 h 336550"/>
                <a:gd name="connsiteX21" fmla="*/ 186045 w 338137"/>
                <a:gd name="connsiteY21" fmla="*/ 130918 h 336550"/>
                <a:gd name="connsiteX22" fmla="*/ 205633 w 338137"/>
                <a:gd name="connsiteY22" fmla="*/ 150506 h 336550"/>
                <a:gd name="connsiteX23" fmla="*/ 209550 w 338137"/>
                <a:gd name="connsiteY23" fmla="*/ 167482 h 336550"/>
                <a:gd name="connsiteX24" fmla="*/ 205633 w 338137"/>
                <a:gd name="connsiteY24" fmla="*/ 184458 h 336550"/>
                <a:gd name="connsiteX25" fmla="*/ 186045 w 338137"/>
                <a:gd name="connsiteY25" fmla="*/ 204046 h 336550"/>
                <a:gd name="connsiteX26" fmla="*/ 169069 w 338137"/>
                <a:gd name="connsiteY26" fmla="*/ 207963 h 336550"/>
                <a:gd name="connsiteX27" fmla="*/ 152093 w 338137"/>
                <a:gd name="connsiteY27" fmla="*/ 204046 h 336550"/>
                <a:gd name="connsiteX28" fmla="*/ 132505 w 338137"/>
                <a:gd name="connsiteY28" fmla="*/ 184458 h 336550"/>
                <a:gd name="connsiteX29" fmla="*/ 128587 w 338137"/>
                <a:gd name="connsiteY29" fmla="*/ 167482 h 336550"/>
                <a:gd name="connsiteX30" fmla="*/ 132505 w 338137"/>
                <a:gd name="connsiteY30" fmla="*/ 150506 h 336550"/>
                <a:gd name="connsiteX31" fmla="*/ 152093 w 338137"/>
                <a:gd name="connsiteY31" fmla="*/ 130918 h 336550"/>
                <a:gd name="connsiteX32" fmla="*/ 169069 w 338137"/>
                <a:gd name="connsiteY32" fmla="*/ 127000 h 336550"/>
                <a:gd name="connsiteX33" fmla="*/ 185737 w 338137"/>
                <a:gd name="connsiteY33" fmla="*/ 65087 h 336550"/>
                <a:gd name="connsiteX34" fmla="*/ 271462 w 338137"/>
                <a:gd name="connsiteY34" fmla="*/ 150812 h 336550"/>
                <a:gd name="connsiteX35" fmla="*/ 249042 w 338137"/>
                <a:gd name="connsiteY35" fmla="*/ 150812 h 336550"/>
                <a:gd name="connsiteX36" fmla="*/ 185737 w 338137"/>
                <a:gd name="connsiteY36" fmla="*/ 87507 h 336550"/>
                <a:gd name="connsiteX37" fmla="*/ 185737 w 338137"/>
                <a:gd name="connsiteY37" fmla="*/ 65087 h 336550"/>
                <a:gd name="connsiteX38" fmla="*/ 152400 w 338137"/>
                <a:gd name="connsiteY38" fmla="*/ 65087 h 336550"/>
                <a:gd name="connsiteX39" fmla="*/ 152400 w 338137"/>
                <a:gd name="connsiteY39" fmla="*/ 87507 h 336550"/>
                <a:gd name="connsiteX40" fmla="*/ 89095 w 338137"/>
                <a:gd name="connsiteY40" fmla="*/ 150812 h 336550"/>
                <a:gd name="connsiteX41" fmla="*/ 66675 w 338137"/>
                <a:gd name="connsiteY41" fmla="*/ 150812 h 336550"/>
                <a:gd name="connsiteX42" fmla="*/ 152400 w 338137"/>
                <a:gd name="connsiteY42" fmla="*/ 65087 h 336550"/>
                <a:gd name="connsiteX43" fmla="*/ 185737 w 338137"/>
                <a:gd name="connsiteY43" fmla="*/ 0 h 336550"/>
                <a:gd name="connsiteX44" fmla="*/ 338137 w 338137"/>
                <a:gd name="connsiteY44" fmla="*/ 150813 h 336550"/>
                <a:gd name="connsiteX45" fmla="*/ 315609 w 338137"/>
                <a:gd name="connsiteY45" fmla="*/ 150813 h 336550"/>
                <a:gd name="connsiteX46" fmla="*/ 185737 w 338137"/>
                <a:gd name="connsiteY46" fmla="*/ 22294 h 336550"/>
                <a:gd name="connsiteX47" fmla="*/ 185737 w 338137"/>
                <a:gd name="connsiteY47" fmla="*/ 0 h 336550"/>
                <a:gd name="connsiteX48" fmla="*/ 152400 w 338137"/>
                <a:gd name="connsiteY48" fmla="*/ 0 h 336550"/>
                <a:gd name="connsiteX49" fmla="*/ 152400 w 338137"/>
                <a:gd name="connsiteY49" fmla="*/ 22294 h 336550"/>
                <a:gd name="connsiteX50" fmla="*/ 22528 w 338137"/>
                <a:gd name="connsiteY50" fmla="*/ 150813 h 336550"/>
                <a:gd name="connsiteX51" fmla="*/ 0 w 338137"/>
                <a:gd name="connsiteY51" fmla="*/ 150813 h 336550"/>
                <a:gd name="connsiteX52" fmla="*/ 152400 w 338137"/>
                <a:gd name="connsiteY52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38137" h="336550">
                  <a:moveTo>
                    <a:pt x="315609" y="185737"/>
                  </a:moveTo>
                  <a:cubicBezTo>
                    <a:pt x="315609" y="185737"/>
                    <a:pt x="315609" y="185737"/>
                    <a:pt x="338137" y="185737"/>
                  </a:cubicBezTo>
                  <a:cubicBezTo>
                    <a:pt x="330186" y="265734"/>
                    <a:pt x="266576" y="328682"/>
                    <a:pt x="185737" y="336550"/>
                  </a:cubicBezTo>
                  <a:cubicBezTo>
                    <a:pt x="185737" y="336550"/>
                    <a:pt x="185737" y="336550"/>
                    <a:pt x="185737" y="314256"/>
                  </a:cubicBezTo>
                  <a:cubicBezTo>
                    <a:pt x="253323" y="306388"/>
                    <a:pt x="307657" y="252620"/>
                    <a:pt x="315609" y="185737"/>
                  </a:cubicBezTo>
                  <a:close/>
                  <a:moveTo>
                    <a:pt x="249042" y="185737"/>
                  </a:moveTo>
                  <a:cubicBezTo>
                    <a:pt x="249042" y="185737"/>
                    <a:pt x="249042" y="185737"/>
                    <a:pt x="271462" y="185737"/>
                  </a:cubicBezTo>
                  <a:cubicBezTo>
                    <a:pt x="264868" y="228453"/>
                    <a:pt x="229259" y="263403"/>
                    <a:pt x="185737" y="269875"/>
                  </a:cubicBezTo>
                  <a:cubicBezTo>
                    <a:pt x="185737" y="269875"/>
                    <a:pt x="185737" y="269875"/>
                    <a:pt x="185737" y="247870"/>
                  </a:cubicBezTo>
                  <a:cubicBezTo>
                    <a:pt x="217390" y="241398"/>
                    <a:pt x="242448" y="216804"/>
                    <a:pt x="249042" y="185737"/>
                  </a:cubicBezTo>
                  <a:close/>
                  <a:moveTo>
                    <a:pt x="66675" y="185737"/>
                  </a:moveTo>
                  <a:cubicBezTo>
                    <a:pt x="66675" y="185737"/>
                    <a:pt x="66675" y="185737"/>
                    <a:pt x="89095" y="185737"/>
                  </a:cubicBezTo>
                  <a:cubicBezTo>
                    <a:pt x="95689" y="216804"/>
                    <a:pt x="120747" y="241398"/>
                    <a:pt x="152400" y="247870"/>
                  </a:cubicBezTo>
                  <a:cubicBezTo>
                    <a:pt x="152400" y="247870"/>
                    <a:pt x="152400" y="247870"/>
                    <a:pt x="152400" y="269875"/>
                  </a:cubicBezTo>
                  <a:cubicBezTo>
                    <a:pt x="108878" y="263403"/>
                    <a:pt x="73269" y="228453"/>
                    <a:pt x="66675" y="185737"/>
                  </a:cubicBezTo>
                  <a:close/>
                  <a:moveTo>
                    <a:pt x="0" y="185737"/>
                  </a:moveTo>
                  <a:cubicBezTo>
                    <a:pt x="0" y="185737"/>
                    <a:pt x="0" y="185737"/>
                    <a:pt x="22528" y="185737"/>
                  </a:cubicBezTo>
                  <a:cubicBezTo>
                    <a:pt x="30480" y="252620"/>
                    <a:pt x="84814" y="306388"/>
                    <a:pt x="152400" y="314256"/>
                  </a:cubicBezTo>
                  <a:cubicBezTo>
                    <a:pt x="152400" y="314256"/>
                    <a:pt x="152400" y="314256"/>
                    <a:pt x="152400" y="336550"/>
                  </a:cubicBezTo>
                  <a:cubicBezTo>
                    <a:pt x="71561" y="328682"/>
                    <a:pt x="7951" y="265734"/>
                    <a:pt x="0" y="185737"/>
                  </a:cubicBezTo>
                  <a:close/>
                  <a:moveTo>
                    <a:pt x="169069" y="127000"/>
                  </a:moveTo>
                  <a:cubicBezTo>
                    <a:pt x="175598" y="127000"/>
                    <a:pt x="180821" y="128306"/>
                    <a:pt x="186045" y="130918"/>
                  </a:cubicBezTo>
                  <a:cubicBezTo>
                    <a:pt x="195186" y="134835"/>
                    <a:pt x="201715" y="141365"/>
                    <a:pt x="205633" y="150506"/>
                  </a:cubicBezTo>
                  <a:cubicBezTo>
                    <a:pt x="208244" y="155729"/>
                    <a:pt x="209550" y="160952"/>
                    <a:pt x="209550" y="167482"/>
                  </a:cubicBezTo>
                  <a:cubicBezTo>
                    <a:pt x="209550" y="174011"/>
                    <a:pt x="208244" y="179234"/>
                    <a:pt x="205633" y="184458"/>
                  </a:cubicBezTo>
                  <a:cubicBezTo>
                    <a:pt x="201715" y="193599"/>
                    <a:pt x="195186" y="200128"/>
                    <a:pt x="186045" y="204046"/>
                  </a:cubicBezTo>
                  <a:cubicBezTo>
                    <a:pt x="180821" y="206657"/>
                    <a:pt x="175598" y="207963"/>
                    <a:pt x="169069" y="207963"/>
                  </a:cubicBezTo>
                  <a:cubicBezTo>
                    <a:pt x="162539" y="207963"/>
                    <a:pt x="157316" y="206657"/>
                    <a:pt x="152093" y="204046"/>
                  </a:cubicBezTo>
                  <a:cubicBezTo>
                    <a:pt x="142952" y="200128"/>
                    <a:pt x="136422" y="193599"/>
                    <a:pt x="132505" y="184458"/>
                  </a:cubicBezTo>
                  <a:cubicBezTo>
                    <a:pt x="129893" y="179234"/>
                    <a:pt x="128587" y="174011"/>
                    <a:pt x="128587" y="167482"/>
                  </a:cubicBezTo>
                  <a:cubicBezTo>
                    <a:pt x="128587" y="160952"/>
                    <a:pt x="129893" y="155729"/>
                    <a:pt x="132505" y="150506"/>
                  </a:cubicBezTo>
                  <a:cubicBezTo>
                    <a:pt x="136422" y="141365"/>
                    <a:pt x="142952" y="134835"/>
                    <a:pt x="152093" y="130918"/>
                  </a:cubicBezTo>
                  <a:cubicBezTo>
                    <a:pt x="157316" y="128306"/>
                    <a:pt x="162539" y="127000"/>
                    <a:pt x="169069" y="127000"/>
                  </a:cubicBezTo>
                  <a:close/>
                  <a:moveTo>
                    <a:pt x="185737" y="65087"/>
                  </a:moveTo>
                  <a:cubicBezTo>
                    <a:pt x="229259" y="71681"/>
                    <a:pt x="264868" y="107290"/>
                    <a:pt x="271462" y="150812"/>
                  </a:cubicBezTo>
                  <a:cubicBezTo>
                    <a:pt x="271462" y="150812"/>
                    <a:pt x="271462" y="150812"/>
                    <a:pt x="249042" y="150812"/>
                  </a:cubicBezTo>
                  <a:cubicBezTo>
                    <a:pt x="242448" y="119159"/>
                    <a:pt x="217390" y="94101"/>
                    <a:pt x="185737" y="87507"/>
                  </a:cubicBezTo>
                  <a:cubicBezTo>
                    <a:pt x="185737" y="87507"/>
                    <a:pt x="185737" y="87507"/>
                    <a:pt x="185737" y="65087"/>
                  </a:cubicBezTo>
                  <a:close/>
                  <a:moveTo>
                    <a:pt x="152400" y="65087"/>
                  </a:moveTo>
                  <a:cubicBezTo>
                    <a:pt x="152400" y="65087"/>
                    <a:pt x="152400" y="65087"/>
                    <a:pt x="152400" y="87507"/>
                  </a:cubicBezTo>
                  <a:cubicBezTo>
                    <a:pt x="120747" y="94101"/>
                    <a:pt x="95689" y="119159"/>
                    <a:pt x="89095" y="150812"/>
                  </a:cubicBezTo>
                  <a:lnTo>
                    <a:pt x="66675" y="150812"/>
                  </a:lnTo>
                  <a:cubicBezTo>
                    <a:pt x="73269" y="107290"/>
                    <a:pt x="108878" y="71681"/>
                    <a:pt x="152400" y="65087"/>
                  </a:cubicBezTo>
                  <a:close/>
                  <a:moveTo>
                    <a:pt x="185737" y="0"/>
                  </a:moveTo>
                  <a:cubicBezTo>
                    <a:pt x="266576" y="7868"/>
                    <a:pt x="330186" y="70816"/>
                    <a:pt x="338137" y="150813"/>
                  </a:cubicBezTo>
                  <a:cubicBezTo>
                    <a:pt x="338137" y="150813"/>
                    <a:pt x="338137" y="150813"/>
                    <a:pt x="315609" y="150813"/>
                  </a:cubicBezTo>
                  <a:cubicBezTo>
                    <a:pt x="307657" y="83930"/>
                    <a:pt x="253323" y="30162"/>
                    <a:pt x="185737" y="22294"/>
                  </a:cubicBezTo>
                  <a:cubicBezTo>
                    <a:pt x="185737" y="22294"/>
                    <a:pt x="185737" y="22294"/>
                    <a:pt x="185737" y="0"/>
                  </a:cubicBezTo>
                  <a:close/>
                  <a:moveTo>
                    <a:pt x="152400" y="0"/>
                  </a:moveTo>
                  <a:cubicBezTo>
                    <a:pt x="152400" y="0"/>
                    <a:pt x="152400" y="0"/>
                    <a:pt x="152400" y="22294"/>
                  </a:cubicBezTo>
                  <a:cubicBezTo>
                    <a:pt x="84814" y="30162"/>
                    <a:pt x="30480" y="83930"/>
                    <a:pt x="22528" y="150813"/>
                  </a:cubicBezTo>
                  <a:cubicBezTo>
                    <a:pt x="22528" y="150813"/>
                    <a:pt x="22528" y="150813"/>
                    <a:pt x="0" y="150813"/>
                  </a:cubicBezTo>
                  <a:cubicBezTo>
                    <a:pt x="7951" y="70816"/>
                    <a:pt x="71561" y="7868"/>
                    <a:pt x="1524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800">
                <a:cs typeface="+mn-ea"/>
                <a:sym typeface="+mn-lt"/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8932781" y="3096703"/>
            <a:ext cx="188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3" name="Text Box 10"/>
          <p:cNvSpPr txBox="1">
            <a:spLocks noChangeArrowheads="1"/>
          </p:cNvSpPr>
          <p:nvPr/>
        </p:nvSpPr>
        <p:spPr bwMode="auto">
          <a:xfrm>
            <a:off x="8877291" y="3927358"/>
            <a:ext cx="2314050" cy="1324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450975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322391" y="3088568"/>
            <a:ext cx="188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6146790" y="3909711"/>
            <a:ext cx="2314050" cy="1324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450975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712002" y="3088568"/>
            <a:ext cx="188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7" name="Text Box 10"/>
          <p:cNvSpPr txBox="1">
            <a:spLocks noChangeArrowheads="1"/>
          </p:cNvSpPr>
          <p:nvPr/>
        </p:nvSpPr>
        <p:spPr bwMode="auto">
          <a:xfrm>
            <a:off x="3416288" y="3909711"/>
            <a:ext cx="2314050" cy="1324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450975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01613" y="3088568"/>
            <a:ext cx="188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9" name="Text Box 10"/>
          <p:cNvSpPr txBox="1">
            <a:spLocks noChangeArrowheads="1"/>
          </p:cNvSpPr>
          <p:nvPr/>
        </p:nvSpPr>
        <p:spPr bwMode="auto">
          <a:xfrm>
            <a:off x="685786" y="3909711"/>
            <a:ext cx="2314050" cy="1324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450975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1216471" y="3482319"/>
            <a:ext cx="210469" cy="21046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Chevron 42"/>
          <p:cNvSpPr/>
          <p:nvPr/>
        </p:nvSpPr>
        <p:spPr>
          <a:xfrm>
            <a:off x="2733269" y="2385307"/>
            <a:ext cx="124642" cy="27089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2" name="Chevron 42"/>
          <p:cNvSpPr/>
          <p:nvPr/>
        </p:nvSpPr>
        <p:spPr>
          <a:xfrm>
            <a:off x="5963611" y="2385307"/>
            <a:ext cx="124642" cy="27089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3" name="Chevron 42"/>
          <p:cNvSpPr/>
          <p:nvPr/>
        </p:nvSpPr>
        <p:spPr>
          <a:xfrm>
            <a:off x="9307379" y="2334177"/>
            <a:ext cx="124642" cy="27089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63616" y="271676"/>
            <a:ext cx="2631688" cy="586680"/>
          </a:xfrm>
          <a:prstGeom prst="parallelogram">
            <a:avLst>
              <a:gd name="adj" fmla="val 28330"/>
            </a:avLst>
          </a:prstGeom>
          <a:solidFill>
            <a:schemeClr val="accent1"/>
          </a:solidFill>
        </p:spPr>
        <p:txBody>
          <a:bodyPr wrap="square" rtlCol="0" anchor="ctr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algn="ctr">
              <a:defRPr sz="4800">
                <a:solidFill>
                  <a:schemeClr val="bg1"/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ym typeface="+mn-lt"/>
              </a:rPr>
              <a:t>项目执行计划</a:t>
            </a:r>
            <a:endParaRPr lang="en-US" altLang="zh-CN" sz="2400" b="1" dirty="0">
              <a:sym typeface="+mn-lt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96256" y="271676"/>
            <a:ext cx="346018" cy="586680"/>
            <a:chOff x="2966054" y="271676"/>
            <a:chExt cx="336570" cy="570661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6" name="平行四边形 35"/>
            <p:cNvSpPr/>
            <p:nvPr/>
          </p:nvSpPr>
          <p:spPr>
            <a:xfrm>
              <a:off x="3095303" y="271676"/>
              <a:ext cx="207321" cy="570661"/>
            </a:xfrm>
            <a:prstGeom prst="parallelogram">
              <a:avLst>
                <a:gd name="adj" fmla="val 77065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汉仪铁线黑-65简" panose="00020600040101010101" charset="-122"/>
              </a:endParaRPr>
            </a:p>
          </p:txBody>
        </p:sp>
        <p:sp>
          <p:nvSpPr>
            <p:cNvPr id="37" name="平行四边形 36"/>
            <p:cNvSpPr/>
            <p:nvPr/>
          </p:nvSpPr>
          <p:spPr>
            <a:xfrm>
              <a:off x="2966054" y="271676"/>
              <a:ext cx="258499" cy="570661"/>
            </a:xfrm>
            <a:prstGeom prst="parallelogram">
              <a:avLst>
                <a:gd name="adj" fmla="val 62494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汉仪铁线黑-65简" panose="00020600040101010101" charset="-122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等腰三角形 15"/>
          <p:cNvSpPr/>
          <p:nvPr/>
        </p:nvSpPr>
        <p:spPr>
          <a:xfrm>
            <a:off x="11319448" y="3885601"/>
            <a:ext cx="872551" cy="2972399"/>
          </a:xfrm>
          <a:prstGeom prst="triangle">
            <a:avLst>
              <a:gd name="adj" fmla="val 100000"/>
            </a:avLst>
          </a:prstGeom>
          <a:gradFill>
            <a:gsLst>
              <a:gs pos="100000">
                <a:schemeClr val="accent1">
                  <a:alpha val="50000"/>
                </a:schemeClr>
              </a:gs>
              <a:gs pos="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平行四边形 2"/>
          <p:cNvSpPr/>
          <p:nvPr/>
        </p:nvSpPr>
        <p:spPr>
          <a:xfrm>
            <a:off x="10072120" y="0"/>
            <a:ext cx="903727" cy="1179871"/>
          </a:xfrm>
          <a:prstGeom prst="parallelogram">
            <a:avLst>
              <a:gd name="adj" fmla="val 31648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lumMod val="60000"/>
                  <a:lumOff val="40000"/>
                  <a:alpha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平行四边形 5"/>
          <p:cNvSpPr/>
          <p:nvPr/>
        </p:nvSpPr>
        <p:spPr>
          <a:xfrm>
            <a:off x="11057973" y="0"/>
            <a:ext cx="621312" cy="811161"/>
          </a:xfrm>
          <a:prstGeom prst="parallelogram">
            <a:avLst>
              <a:gd name="adj" fmla="val 31648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lumMod val="60000"/>
                  <a:lumOff val="40000"/>
                  <a:alpha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11862830" y="4661677"/>
            <a:ext cx="329170" cy="1179871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平行四边形 3"/>
          <p:cNvSpPr/>
          <p:nvPr/>
        </p:nvSpPr>
        <p:spPr>
          <a:xfrm>
            <a:off x="4999241" y="5475074"/>
            <a:ext cx="1189237" cy="1379239"/>
          </a:xfrm>
          <a:prstGeom prst="parallelogram">
            <a:avLst>
              <a:gd name="adj" fmla="val 33105"/>
            </a:avLst>
          </a:prstGeom>
          <a:gradFill>
            <a:gsLst>
              <a:gs pos="100000">
                <a:schemeClr val="accent1">
                  <a:alpha val="20000"/>
                </a:schemeClr>
              </a:gs>
              <a:gs pos="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平行四边形 4"/>
          <p:cNvSpPr/>
          <p:nvPr/>
        </p:nvSpPr>
        <p:spPr>
          <a:xfrm>
            <a:off x="6097450" y="5934805"/>
            <a:ext cx="1035447" cy="923195"/>
          </a:xfrm>
          <a:prstGeom prst="parallelogram">
            <a:avLst>
              <a:gd name="adj" fmla="val 28060"/>
            </a:avLst>
          </a:prstGeom>
          <a:gradFill>
            <a:gsLst>
              <a:gs pos="100000">
                <a:schemeClr val="accent1">
                  <a:alpha val="20000"/>
                </a:schemeClr>
              </a:gs>
              <a:gs pos="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H="1">
            <a:off x="5544050" y="5841548"/>
            <a:ext cx="285636" cy="1023827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等腰三角形 12"/>
          <p:cNvSpPr/>
          <p:nvPr/>
        </p:nvSpPr>
        <p:spPr>
          <a:xfrm rot="10800000">
            <a:off x="1" y="-3"/>
            <a:ext cx="497882" cy="1696067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5721912" y="3557730"/>
            <a:ext cx="611987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5570120" y="3714458"/>
            <a:ext cx="6383246" cy="52197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dirty="0">
                <a:cs typeface="+mn-ea"/>
                <a:sym typeface="+mn-lt"/>
              </a:rPr>
              <a:t>Simply dummy text of the printing and typesetting industry printer took a galley of type and scrambled it to make a type specimen book</a:t>
            </a:r>
            <a:r>
              <a:rPr lang="en-US" altLang="zh-CN" sz="1400" dirty="0">
                <a:cs typeface="+mn-ea"/>
                <a:sym typeface="+mn-lt"/>
              </a:rPr>
              <a:t>.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555347" y="4408821"/>
            <a:ext cx="1485900" cy="400110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汇报人：米多</a:t>
            </a:r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355891" y="4408821"/>
            <a:ext cx="1485900" cy="400110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部门：稻壳儿</a:t>
            </a:r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文本框 5"/>
          <p:cNvSpPr txBox="1"/>
          <p:nvPr/>
        </p:nvSpPr>
        <p:spPr>
          <a:xfrm>
            <a:off x="5829686" y="2340037"/>
            <a:ext cx="61876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7200" dirty="0">
                <a:cs typeface="+mn-ea"/>
                <a:sym typeface="+mn-lt"/>
              </a:rPr>
              <a:t>谢谢您的观看</a:t>
            </a:r>
            <a:endParaRPr lang="zh-CN" altLang="en-US" sz="7200" dirty="0">
              <a:cs typeface="+mn-ea"/>
              <a:sym typeface="+mn-lt"/>
            </a:endParaRPr>
          </a:p>
        </p:txBody>
      </p:sp>
      <p:sp>
        <p:nvSpPr>
          <p:cNvPr id="19" name="Заголовок 1"/>
          <p:cNvSpPr txBox="1"/>
          <p:nvPr/>
        </p:nvSpPr>
        <p:spPr>
          <a:xfrm>
            <a:off x="5829686" y="1971221"/>
            <a:ext cx="6104889" cy="36830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dirty="0">
                <a:latin typeface="+mn-lt"/>
                <a:ea typeface="+mn-ea"/>
                <a:cs typeface="+mn-ea"/>
                <a:sym typeface="+mn-lt"/>
              </a:rPr>
              <a:t>THANKS FOR YOUR TIME</a:t>
            </a:r>
            <a:endParaRPr lang="en-US" sz="2000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" name="图片 1" descr="工厂的烟囱&#10;&#10;描述已自动生成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26" r="8183"/>
          <a:stretch>
            <a:fillRect/>
          </a:stretch>
        </p:blipFill>
        <p:spPr>
          <a:xfrm>
            <a:off x="-3810" y="0"/>
            <a:ext cx="6071870" cy="6858000"/>
          </a:xfrm>
          <a:custGeom>
            <a:avLst/>
            <a:gdLst>
              <a:gd name="connsiteX0" fmla="*/ 1908309 w 7199750"/>
              <a:gd name="connsiteY0" fmla="*/ 0 h 6843252"/>
              <a:gd name="connsiteX1" fmla="*/ 7199750 w 7199750"/>
              <a:gd name="connsiteY1" fmla="*/ 0 h 6843252"/>
              <a:gd name="connsiteX2" fmla="*/ 5291441 w 7199750"/>
              <a:gd name="connsiteY2" fmla="*/ 6843252 h 6843252"/>
              <a:gd name="connsiteX3" fmla="*/ 0 w 7199750"/>
              <a:gd name="connsiteY3" fmla="*/ 6843252 h 6843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44" h="10777">
                <a:moveTo>
                  <a:pt x="1211" y="0"/>
                </a:moveTo>
                <a:lnTo>
                  <a:pt x="9544" y="0"/>
                </a:lnTo>
                <a:lnTo>
                  <a:pt x="6538" y="10777"/>
                </a:lnTo>
                <a:lnTo>
                  <a:pt x="0" y="10777"/>
                </a:lnTo>
                <a:lnTo>
                  <a:pt x="0" y="4341"/>
                </a:lnTo>
                <a:lnTo>
                  <a:pt x="1211" y="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铁线黑-65简" panose="00020600040101010101" charset="-122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4179571" y="2048512"/>
            <a:ext cx="0" cy="4319905"/>
          </a:xfrm>
          <a:prstGeom prst="line">
            <a:avLst/>
          </a:prstGeom>
          <a:ln w="9525">
            <a:solidFill>
              <a:srgbClr val="222222">
                <a:alpha val="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8001635" y="2048512"/>
            <a:ext cx="0" cy="4319905"/>
          </a:xfrm>
          <a:prstGeom prst="line">
            <a:avLst/>
          </a:prstGeom>
          <a:ln w="9525">
            <a:solidFill>
              <a:srgbClr val="222222">
                <a:alpha val="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/>
          <p:cNvGrpSpPr/>
          <p:nvPr/>
        </p:nvGrpSpPr>
        <p:grpSpPr>
          <a:xfrm>
            <a:off x="1" y="546736"/>
            <a:ext cx="7230745" cy="467996"/>
            <a:chOff x="0" y="861"/>
            <a:chExt cx="11387" cy="737"/>
          </a:xfrm>
        </p:grpSpPr>
        <p:sp>
          <p:nvSpPr>
            <p:cNvPr id="46" name="矩形 45"/>
            <p:cNvSpPr/>
            <p:nvPr/>
          </p:nvSpPr>
          <p:spPr>
            <a:xfrm>
              <a:off x="0" y="861"/>
              <a:ext cx="170" cy="737"/>
            </a:xfrm>
            <a:prstGeom prst="rect">
              <a:avLst/>
            </a:prstGeom>
            <a:solidFill>
              <a:srgbClr val="FF28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defRPr/>
              </a:pPr>
              <a:endParaRPr lang="zh-CN" altLang="en-US">
                <a:solidFill>
                  <a:prstClr val="white"/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70" y="864"/>
              <a:ext cx="5869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defRPr/>
              </a:pPr>
              <a:r>
                <a:rPr lang="zh-CN" altLang="en-US" sz="2400" b="1">
                  <a:solidFill>
                    <a:srgbClr val="222222"/>
                  </a:solidFill>
                  <a:latin typeface="汉仪铁线黑-65简" panose="00020600040101010101" charset="-122"/>
                  <a:ea typeface="汉仪铁线黑-65简" panose="00020600040101010101" charset="-122"/>
                  <a:cs typeface="汉仪铁线黑-65简" panose="00020600040101010101" charset="-122"/>
                </a:rPr>
                <a:t>稻壳儿</a:t>
              </a:r>
              <a:r>
                <a:rPr lang="en-US" altLang="zh-CN" sz="2400" b="1">
                  <a:solidFill>
                    <a:srgbClr val="222222"/>
                  </a:solidFill>
                  <a:latin typeface="汉仪铁线黑-65简" panose="00020600040101010101" charset="-122"/>
                  <a:ea typeface="汉仪铁线黑-65简" panose="00020600040101010101" charset="-122"/>
                  <a:cs typeface="汉仪铁线黑-65简" panose="00020600040101010101" charset="-122"/>
                </a:rPr>
                <a:t>PPT</a:t>
              </a:r>
              <a:r>
                <a:rPr lang="zh-CN" altLang="en-US" sz="2400" b="1">
                  <a:solidFill>
                    <a:srgbClr val="222222"/>
                  </a:solidFill>
                  <a:latin typeface="汉仪铁线黑-65简" panose="00020600040101010101" charset="-122"/>
                  <a:ea typeface="汉仪铁线黑-65简" panose="00020600040101010101" charset="-122"/>
                  <a:cs typeface="汉仪铁线黑-65简" panose="00020600040101010101" charset="-122"/>
                </a:rPr>
                <a:t>模板使用说明</a:t>
              </a:r>
              <a:endParaRPr lang="zh-CN" altLang="en-US" sz="2400" b="1">
                <a:solidFill>
                  <a:srgbClr val="222222"/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5474" y="1013"/>
              <a:ext cx="5913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defRPr/>
              </a:pPr>
              <a:r>
                <a:rPr lang="zh-CN" altLang="en-US" sz="1200">
                  <a:solidFill>
                    <a:srgbClr val="222222">
                      <a:alpha val="60000"/>
                    </a:srgbClr>
                  </a:solidFill>
                  <a:latin typeface="汉仪铁线黑-65简" panose="00020600040101010101" charset="-122"/>
                  <a:ea typeface="汉仪铁线黑-65简" panose="00020600040101010101" charset="-122"/>
                  <a:cs typeface="汉仪铁线黑-65简" panose="00020600040101010101" charset="-122"/>
                </a:rPr>
                <a:t>（本页为说明页，用户使用模板时可删除本页内容）</a:t>
              </a:r>
              <a:endParaRPr lang="zh-CN" altLang="en-US" sz="1200">
                <a:solidFill>
                  <a:srgbClr val="222222">
                    <a:alpha val="60000"/>
                  </a:srgbClr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650876" y="1403354"/>
            <a:ext cx="2066925" cy="646431"/>
            <a:chOff x="1166" y="2210"/>
            <a:chExt cx="3255" cy="1018"/>
          </a:xfrm>
        </p:grpSpPr>
        <p:sp>
          <p:nvSpPr>
            <p:cNvPr id="50" name="文本框 49"/>
            <p:cNvSpPr txBox="1"/>
            <p:nvPr/>
          </p:nvSpPr>
          <p:spPr>
            <a:xfrm>
              <a:off x="1166" y="2210"/>
              <a:ext cx="1555" cy="1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defRPr/>
              </a:pPr>
              <a:r>
                <a:rPr lang="en-US" sz="3600" b="1">
                  <a:solidFill>
                    <a:srgbClr val="FF2832"/>
                  </a:solidFill>
                  <a:latin typeface="汉仪铁线黑-65简" panose="00020600040101010101" charset="-122"/>
                  <a:ea typeface="汉仪铁线黑-65简" panose="00020600040101010101" charset="-122"/>
                  <a:cs typeface="汉仪铁线黑-65简" panose="00020600040101010101" charset="-122"/>
                </a:rPr>
                <a:t>01</a:t>
              </a:r>
              <a:endParaRPr lang="en-US" sz="3600" b="1">
                <a:solidFill>
                  <a:srgbClr val="FF2832"/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2135" y="2404"/>
              <a:ext cx="2286" cy="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defRPr/>
              </a:pPr>
              <a:r>
                <a:rPr lang="zh-CN" altLang="en-US" sz="2000" b="1">
                  <a:solidFill>
                    <a:srgbClr val="222222"/>
                  </a:solidFill>
                  <a:latin typeface="汉仪铁线黑-65简" panose="00020600040101010101" charset="-122"/>
                  <a:ea typeface="汉仪铁线黑-65简" panose="00020600040101010101" charset="-122"/>
                  <a:cs typeface="汉仪铁线黑-65简" panose="00020600040101010101" charset="-122"/>
                </a:rPr>
                <a:t>字体说明</a:t>
              </a:r>
              <a:endParaRPr lang="zh-CN" altLang="en-US" sz="2000" b="1">
                <a:solidFill>
                  <a:srgbClr val="222222"/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endParaRPr>
            </a:p>
          </p:txBody>
        </p:sp>
      </p:grpSp>
      <p:sp>
        <p:nvSpPr>
          <p:cNvPr id="52" name="文本框 51"/>
          <p:cNvSpPr txBox="1"/>
          <p:nvPr/>
        </p:nvSpPr>
        <p:spPr>
          <a:xfrm>
            <a:off x="668020" y="2292988"/>
            <a:ext cx="1080771" cy="218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914400">
              <a:defRPr/>
            </a:pPr>
            <a:r>
              <a:rPr lang="zh-CN" altLang="en-US" sz="800" dirty="0">
                <a:solidFill>
                  <a:srgbClr val="222222">
                    <a:alpha val="60000"/>
                  </a:srgbClr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rPr>
              <a:t>中文｜汉仪铁线黑</a:t>
            </a:r>
            <a:endParaRPr lang="zh-CN" altLang="en-US" sz="800" dirty="0">
              <a:solidFill>
                <a:srgbClr val="222222">
                  <a:alpha val="60000"/>
                </a:srgbClr>
              </a:solidFill>
              <a:latin typeface="汉仪铁线黑-65简" panose="00020600040101010101" charset="-122"/>
              <a:ea typeface="汉仪铁线黑-65简" panose="00020600040101010101" charset="-122"/>
              <a:cs typeface="汉仪铁线黑-65简" panose="00020600040101010101" charset="-122"/>
            </a:endParaRPr>
          </a:p>
        </p:txBody>
      </p:sp>
      <p:sp>
        <p:nvSpPr>
          <p:cNvPr id="53" name="文本框 52" descr="7b0a20202020227461726765744d6f64756c65223a202270726f636573734f6e6c696e65466f6e7473220a7d0a"/>
          <p:cNvSpPr txBox="1"/>
          <p:nvPr/>
        </p:nvSpPr>
        <p:spPr>
          <a:xfrm>
            <a:off x="649606" y="2533653"/>
            <a:ext cx="31572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zh-CN" altLang="en-US" sz="2000" b="1" dirty="0">
                <a:solidFill>
                  <a:srgbClr val="222222"/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  <a:sym typeface="+mn-ea"/>
              </a:rPr>
              <a:t>汉仪铁线黑</a:t>
            </a:r>
            <a:r>
              <a:rPr lang="en-US" altLang="zh-CN" sz="2000" b="1" dirty="0">
                <a:solidFill>
                  <a:srgbClr val="222222"/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  <a:sym typeface="+mn-ea"/>
              </a:rPr>
              <a:t>-65</a:t>
            </a:r>
            <a:r>
              <a:rPr lang="zh-CN" altLang="en-US" sz="2000" b="1" dirty="0">
                <a:solidFill>
                  <a:srgbClr val="222222"/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  <a:sym typeface="+mn-ea"/>
              </a:rPr>
              <a:t>简 </a:t>
            </a:r>
            <a:r>
              <a:rPr lang="en-US" altLang="zh-CN" sz="2000" b="1" dirty="0">
                <a:solidFill>
                  <a:srgbClr val="222222"/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  <a:sym typeface="+mn-ea"/>
              </a:rPr>
              <a:t>(</a:t>
            </a:r>
            <a:r>
              <a:rPr lang="zh-CN" altLang="en-US" sz="2000" b="1" dirty="0">
                <a:solidFill>
                  <a:srgbClr val="222222"/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  <a:sym typeface="+mn-ea"/>
              </a:rPr>
              <a:t>正文</a:t>
            </a:r>
            <a:r>
              <a:rPr lang="en-US" altLang="zh-CN" sz="2000" b="1" dirty="0">
                <a:solidFill>
                  <a:srgbClr val="222222"/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  <a:sym typeface="+mn-ea"/>
              </a:rPr>
              <a:t>)</a:t>
            </a:r>
            <a:endParaRPr lang="zh-CN" altLang="en-US" sz="2000" b="1" dirty="0">
              <a:solidFill>
                <a:srgbClr val="222222"/>
              </a:solidFill>
              <a:latin typeface="汉仪铁线黑-65简" panose="00020600040101010101" charset="-122"/>
              <a:ea typeface="汉仪铁线黑-65简" panose="00020600040101010101" charset="-122"/>
              <a:cs typeface="汉仪铁线黑-65简" panose="00020600040101010101" charset="-122"/>
              <a:sym typeface="+mn-ea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751206" y="2933068"/>
            <a:ext cx="3060065" cy="0"/>
          </a:xfrm>
          <a:prstGeom prst="line">
            <a:avLst/>
          </a:prstGeom>
          <a:ln w="9525">
            <a:solidFill>
              <a:srgbClr val="222222">
                <a:alpha val="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669762" y="5589738"/>
            <a:ext cx="3424555" cy="558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en-US" altLang="zh-CN" sz="700" dirty="0">
                <a:solidFill>
                  <a:srgbClr val="222222">
                    <a:alpha val="60000"/>
                  </a:srgbClr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rPr>
              <a:t>【</a:t>
            </a:r>
            <a:r>
              <a:rPr lang="zh-CN" altLang="en-US" sz="700" dirty="0">
                <a:solidFill>
                  <a:srgbClr val="222222">
                    <a:alpha val="60000"/>
                  </a:srgbClr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rPr>
              <a:t>说明</a:t>
            </a:r>
            <a:r>
              <a:rPr lang="en-US" altLang="zh-CN" sz="700" dirty="0">
                <a:solidFill>
                  <a:srgbClr val="222222">
                    <a:alpha val="60000"/>
                  </a:srgbClr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rPr>
              <a:t>】</a:t>
            </a:r>
            <a:endParaRPr lang="en-US" altLang="zh-CN" sz="700" dirty="0">
              <a:solidFill>
                <a:srgbClr val="222222">
                  <a:alpha val="60000"/>
                </a:srgbClr>
              </a:solidFill>
              <a:latin typeface="汉仪铁线黑-65简" panose="00020600040101010101" charset="-122"/>
              <a:ea typeface="汉仪铁线黑-65简" panose="00020600040101010101" charset="-122"/>
              <a:cs typeface="汉仪铁线黑-65简" panose="00020600040101010101" charset="-122"/>
            </a:endParaRPr>
          </a:p>
          <a:p>
            <a:pPr defTabSz="914400">
              <a:lnSpc>
                <a:spcPct val="150000"/>
              </a:lnSpc>
              <a:defRPr/>
            </a:pPr>
            <a:r>
              <a:rPr lang="zh-CN" altLang="en-US" sz="700" dirty="0">
                <a:solidFill>
                  <a:srgbClr val="222222">
                    <a:alpha val="60000"/>
                  </a:srgbClr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rPr>
              <a:t>模板中使用的字体为汉仪铁线黑</a:t>
            </a:r>
            <a:r>
              <a:rPr lang="en-US" altLang="zh-CN" sz="700" dirty="0">
                <a:solidFill>
                  <a:srgbClr val="222222">
                    <a:alpha val="60000"/>
                  </a:srgbClr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rPr>
              <a:t>-45</a:t>
            </a:r>
            <a:r>
              <a:rPr lang="zh-CN" altLang="en-US" sz="700" dirty="0">
                <a:solidFill>
                  <a:srgbClr val="222222">
                    <a:alpha val="60000"/>
                  </a:srgbClr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rPr>
              <a:t>简 </a:t>
            </a:r>
            <a:r>
              <a:rPr lang="en-US" altLang="zh-CN" sz="700" dirty="0">
                <a:solidFill>
                  <a:srgbClr val="222222">
                    <a:alpha val="60000"/>
                  </a:srgbClr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rPr>
              <a:t>(</a:t>
            </a:r>
            <a:r>
              <a:rPr lang="zh-CN" altLang="en-US" sz="700" dirty="0">
                <a:solidFill>
                  <a:srgbClr val="222222">
                    <a:alpha val="60000"/>
                  </a:srgbClr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rPr>
              <a:t>正文</a:t>
            </a:r>
            <a:r>
              <a:rPr lang="en-US" altLang="zh-CN" sz="700" dirty="0">
                <a:solidFill>
                  <a:srgbClr val="222222">
                    <a:alpha val="60000"/>
                  </a:srgbClr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rPr>
              <a:t>)</a:t>
            </a:r>
            <a:r>
              <a:rPr lang="zh-CN" altLang="en-US" sz="700" dirty="0">
                <a:solidFill>
                  <a:srgbClr val="222222">
                    <a:alpha val="60000"/>
                  </a:srgbClr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rPr>
              <a:t>，仅限于个人学习、研究或欣赏目的使用，如需商用请您自行向版权方购买、获取商用版权。</a:t>
            </a:r>
            <a:endParaRPr lang="zh-CN" altLang="en-US" sz="700" dirty="0">
              <a:solidFill>
                <a:srgbClr val="222222">
                  <a:alpha val="60000"/>
                </a:srgbClr>
              </a:solidFill>
              <a:latin typeface="汉仪铁线黑-65简" panose="00020600040101010101" charset="-122"/>
              <a:ea typeface="汉仪铁线黑-65简" panose="00020600040101010101" charset="-122"/>
              <a:cs typeface="汉仪铁线黑-65简" panose="00020600040101010101" charset="-122"/>
            </a:endParaRPr>
          </a:p>
        </p:txBody>
      </p:sp>
      <p:cxnSp>
        <p:nvCxnSpPr>
          <p:cNvPr id="56" name="直接连接符 55"/>
          <p:cNvCxnSpPr/>
          <p:nvPr/>
        </p:nvCxnSpPr>
        <p:spPr>
          <a:xfrm>
            <a:off x="4179571" y="2048512"/>
            <a:ext cx="0" cy="4319905"/>
          </a:xfrm>
          <a:prstGeom prst="line">
            <a:avLst/>
          </a:prstGeom>
          <a:ln w="9525">
            <a:solidFill>
              <a:srgbClr val="222222">
                <a:alpha val="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组合 56"/>
          <p:cNvGrpSpPr/>
          <p:nvPr/>
        </p:nvGrpSpPr>
        <p:grpSpPr>
          <a:xfrm>
            <a:off x="4480562" y="1403354"/>
            <a:ext cx="2101215" cy="646431"/>
            <a:chOff x="1213" y="2210"/>
            <a:chExt cx="3309" cy="1018"/>
          </a:xfrm>
        </p:grpSpPr>
        <p:sp>
          <p:nvSpPr>
            <p:cNvPr id="58" name="文本框 57"/>
            <p:cNvSpPr txBox="1"/>
            <p:nvPr/>
          </p:nvSpPr>
          <p:spPr>
            <a:xfrm>
              <a:off x="1213" y="2210"/>
              <a:ext cx="1555" cy="1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defRPr/>
              </a:pPr>
              <a:r>
                <a:rPr lang="en-US" sz="3600" b="1">
                  <a:solidFill>
                    <a:srgbClr val="FF2832"/>
                  </a:solidFill>
                  <a:latin typeface="汉仪铁线黑-65简" panose="00020600040101010101" charset="-122"/>
                  <a:ea typeface="汉仪铁线黑-65简" panose="00020600040101010101" charset="-122"/>
                  <a:cs typeface="汉仪铁线黑-65简" panose="00020600040101010101" charset="-122"/>
                </a:rPr>
                <a:t>02</a:t>
              </a:r>
              <a:endParaRPr lang="en-US" sz="3600" b="1">
                <a:solidFill>
                  <a:srgbClr val="FF2832"/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2236" y="2404"/>
              <a:ext cx="2286" cy="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defRPr/>
              </a:pPr>
              <a:r>
                <a:rPr lang="zh-CN" altLang="en-US" sz="2000" b="1">
                  <a:solidFill>
                    <a:srgbClr val="222222"/>
                  </a:solidFill>
                  <a:latin typeface="汉仪铁线黑-65简" panose="00020600040101010101" charset="-122"/>
                  <a:ea typeface="汉仪铁线黑-65简" panose="00020600040101010101" charset="-122"/>
                  <a:cs typeface="汉仪铁线黑-65简" panose="00020600040101010101" charset="-122"/>
                </a:rPr>
                <a:t>素材说明</a:t>
              </a:r>
              <a:endParaRPr lang="zh-CN" altLang="en-US" sz="2000" b="1">
                <a:solidFill>
                  <a:srgbClr val="222222"/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480560" y="2251075"/>
            <a:ext cx="3230880" cy="911859"/>
            <a:chOff x="7197" y="3533"/>
            <a:chExt cx="5088" cy="1436"/>
          </a:xfrm>
        </p:grpSpPr>
        <p:sp>
          <p:nvSpPr>
            <p:cNvPr id="61" name="文本框 60"/>
            <p:cNvSpPr txBox="1"/>
            <p:nvPr/>
          </p:nvSpPr>
          <p:spPr>
            <a:xfrm>
              <a:off x="7197" y="3533"/>
              <a:ext cx="1287" cy="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defRPr/>
              </a:pPr>
              <a:r>
                <a:rPr lang="zh-CN" altLang="en-US" sz="1000" b="1" dirty="0">
                  <a:solidFill>
                    <a:srgbClr val="222222"/>
                  </a:solidFill>
                  <a:latin typeface="汉仪铁线黑-65简" panose="00020600040101010101" charset="-122"/>
                  <a:ea typeface="汉仪铁线黑-65简" panose="00020600040101010101" charset="-122"/>
                  <a:cs typeface="汉仪铁线黑-65简" panose="00020600040101010101" charset="-122"/>
                </a:rPr>
                <a:t>图片：</a:t>
              </a:r>
              <a:endParaRPr lang="zh-CN" altLang="en-US" sz="1000" b="1" dirty="0">
                <a:solidFill>
                  <a:srgbClr val="222222"/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7197" y="3977"/>
              <a:ext cx="5088" cy="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lnSpc>
                  <a:spcPts val="1400"/>
                </a:lnSpc>
                <a:defRPr/>
              </a:pP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汉仪铁线黑-65简" panose="00020600040101010101" charset="-122"/>
                  <a:ea typeface="汉仪铁线黑-65简" panose="00020600040101010101" charset="-122"/>
                  <a:cs typeface="汉仪铁线黑-65简" panose="00020600040101010101" charset="-122"/>
                  <a:sym typeface="+mn-ea"/>
                </a:rPr>
                <a:t>模板中使用的图片来源</a:t>
              </a:r>
              <a:r>
                <a:rPr lang="en-US" altLang="zh-CN" sz="800" dirty="0">
                  <a:solidFill>
                    <a:srgbClr val="222222">
                      <a:alpha val="60000"/>
                    </a:srgbClr>
                  </a:solidFill>
                  <a:latin typeface="汉仪铁线黑-65简" panose="00020600040101010101" charset="-122"/>
                  <a:ea typeface="汉仪铁线黑-65简" panose="00020600040101010101" charset="-122"/>
                  <a:cs typeface="汉仪铁线黑-65简" panose="00020600040101010101" charset="-122"/>
                  <a:sym typeface="+mn-ea"/>
                </a:rPr>
                <a:t>【</a:t>
              </a: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汉仪铁线黑-65简" panose="00020600040101010101" charset="-122"/>
                  <a:ea typeface="汉仪铁线黑-65简" panose="00020600040101010101" charset="-122"/>
                  <a:cs typeface="汉仪铁线黑-65简" panose="00020600040101010101" charset="-122"/>
                  <a:sym typeface="+mn-ea"/>
                </a:rPr>
                <a:t>freepik网站</a:t>
              </a:r>
              <a:r>
                <a:rPr lang="en-US" altLang="zh-CN" sz="800" dirty="0">
                  <a:solidFill>
                    <a:srgbClr val="222222">
                      <a:alpha val="60000"/>
                    </a:srgbClr>
                  </a:solidFill>
                  <a:latin typeface="汉仪铁线黑-65简" panose="00020600040101010101" charset="-122"/>
                  <a:ea typeface="汉仪铁线黑-65简" panose="00020600040101010101" charset="-122"/>
                  <a:cs typeface="汉仪铁线黑-65简" panose="00020600040101010101" charset="-122"/>
                  <a:sym typeface="+mn-ea"/>
                </a:rPr>
                <a:t>】</a:t>
              </a: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汉仪铁线黑-65简" panose="00020600040101010101" charset="-122"/>
                  <a:ea typeface="汉仪铁线黑-65简" panose="00020600040101010101" charset="-122"/>
                  <a:cs typeface="汉仪铁线黑-65简" panose="00020600040101010101" charset="-122"/>
                  <a:sym typeface="+mn-ea"/>
                </a:rPr>
                <a:t>，该图片具有CC0共享协议，您可在遵循CC0共享协议的情况下使用。</a:t>
              </a: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汉仪铁线黑-65简" panose="00020600040101010101" charset="-122"/>
                  <a:ea typeface="汉仪铁线黑-65简" panose="00020600040101010101" charset="-122"/>
                  <a:cs typeface="Arial" panose="020B0604020202020204" pitchFamily="34" charset="0"/>
                  <a:sym typeface="+mn-ea"/>
                </a:rPr>
                <a:t>素材仅限于个人学习、研究或欣赏目的使用。</a:t>
              </a:r>
              <a:endParaRPr lang="zh-CN" altLang="en-US" sz="800" dirty="0">
                <a:solidFill>
                  <a:srgbClr val="222222">
                    <a:alpha val="60000"/>
                  </a:srgbClr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  <a:sym typeface="+mn-ea"/>
              </a:endParaRPr>
            </a:p>
          </p:txBody>
        </p:sp>
      </p:grpSp>
      <p:cxnSp>
        <p:nvCxnSpPr>
          <p:cNvPr id="63" name="直接连接符 62"/>
          <p:cNvCxnSpPr/>
          <p:nvPr/>
        </p:nvCxnSpPr>
        <p:spPr>
          <a:xfrm>
            <a:off x="8001635" y="2048512"/>
            <a:ext cx="0" cy="4319905"/>
          </a:xfrm>
          <a:prstGeom prst="line">
            <a:avLst/>
          </a:prstGeom>
          <a:ln w="9525">
            <a:solidFill>
              <a:srgbClr val="222222">
                <a:alpha val="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/>
          <p:cNvGrpSpPr/>
          <p:nvPr/>
        </p:nvGrpSpPr>
        <p:grpSpPr>
          <a:xfrm>
            <a:off x="8291197" y="1403352"/>
            <a:ext cx="3253105" cy="4365625"/>
            <a:chOff x="13198" y="2210"/>
            <a:chExt cx="5123" cy="6875"/>
          </a:xfrm>
        </p:grpSpPr>
        <p:grpSp>
          <p:nvGrpSpPr>
            <p:cNvPr id="65" name="组合 64"/>
            <p:cNvGrpSpPr/>
            <p:nvPr/>
          </p:nvGrpSpPr>
          <p:grpSpPr>
            <a:xfrm>
              <a:off x="13198" y="2210"/>
              <a:ext cx="3309" cy="1018"/>
              <a:chOff x="1213" y="2210"/>
              <a:chExt cx="3309" cy="1018"/>
            </a:xfrm>
          </p:grpSpPr>
          <p:sp>
            <p:nvSpPr>
              <p:cNvPr id="69" name="文本框 68"/>
              <p:cNvSpPr txBox="1"/>
              <p:nvPr/>
            </p:nvSpPr>
            <p:spPr>
              <a:xfrm>
                <a:off x="1213" y="2210"/>
                <a:ext cx="1555" cy="1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en-US" sz="3600" b="1">
                    <a:solidFill>
                      <a:srgbClr val="FF2832"/>
                    </a:solidFill>
                    <a:latin typeface="汉仪铁线黑-65简" panose="00020600040101010101" charset="-122"/>
                    <a:ea typeface="汉仪铁线黑-65简" panose="00020600040101010101" charset="-122"/>
                    <a:cs typeface="汉仪铁线黑-65简" panose="00020600040101010101" charset="-122"/>
                  </a:rPr>
                  <a:t>03</a:t>
                </a:r>
                <a:endParaRPr lang="en-US" sz="3600" b="1">
                  <a:solidFill>
                    <a:srgbClr val="FF2832"/>
                  </a:solidFill>
                  <a:latin typeface="汉仪铁线黑-65简" panose="00020600040101010101" charset="-122"/>
                  <a:ea typeface="汉仪铁线黑-65简" panose="00020600040101010101" charset="-122"/>
                  <a:cs typeface="汉仪铁线黑-65简" panose="00020600040101010101" charset="-122"/>
                </a:endParaRPr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2236" y="2404"/>
                <a:ext cx="2286" cy="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zh-CN" altLang="en-US" sz="2000" b="1">
                    <a:solidFill>
                      <a:srgbClr val="222222"/>
                    </a:solidFill>
                    <a:latin typeface="汉仪铁线黑-65简" panose="00020600040101010101" charset="-122"/>
                    <a:ea typeface="汉仪铁线黑-65简" panose="00020600040101010101" charset="-122"/>
                    <a:cs typeface="汉仪铁线黑-65简" panose="00020600040101010101" charset="-122"/>
                  </a:rPr>
                  <a:t>母版说明</a:t>
                </a:r>
                <a:endParaRPr lang="zh-CN" altLang="en-US" sz="2000" b="1">
                  <a:solidFill>
                    <a:srgbClr val="222222"/>
                  </a:solidFill>
                  <a:latin typeface="汉仪铁线黑-65简" panose="00020600040101010101" charset="-122"/>
                  <a:ea typeface="汉仪铁线黑-65简" panose="00020600040101010101" charset="-122"/>
                  <a:cs typeface="汉仪铁线黑-65简" panose="00020600040101010101" charset="-122"/>
                </a:endParaRPr>
              </a:p>
            </p:txBody>
          </p:sp>
        </p:grpSp>
        <p:sp>
          <p:nvSpPr>
            <p:cNvPr id="66" name="文本框 65"/>
            <p:cNvSpPr txBox="1"/>
            <p:nvPr/>
          </p:nvSpPr>
          <p:spPr>
            <a:xfrm>
              <a:off x="13233" y="3478"/>
              <a:ext cx="5088" cy="6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lnSpc>
                  <a:spcPts val="1300"/>
                </a:lnSpc>
                <a:defRPr/>
              </a:pPr>
              <a:r>
                <a:rPr lang="zh-CN" altLang="en-US" sz="800">
                  <a:solidFill>
                    <a:srgbClr val="222222">
                      <a:alpha val="60000"/>
                    </a:srgbClr>
                  </a:solidFill>
                  <a:latin typeface="汉仪铁线黑-65简" panose="00020600040101010101" charset="-122"/>
                  <a:ea typeface="汉仪铁线黑-65简" panose="00020600040101010101" charset="-122"/>
                  <a:cs typeface="汉仪铁线黑-65简" panose="00020600040101010101" charset="-122"/>
                  <a:sym typeface="+mn-ea"/>
                </a:rPr>
                <a:t>使用本套PPT模板时，若在操作界面鼠标不可选取的内容，可以在幻灯片母版中进行查看和编辑，具体操作如下：</a:t>
              </a:r>
              <a:endParaRPr lang="zh-CN" altLang="en-US" sz="800">
                <a:solidFill>
                  <a:srgbClr val="222222">
                    <a:alpha val="60000"/>
                  </a:srgbClr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  <a:sym typeface="+mn-ea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13199" y="4314"/>
              <a:ext cx="5088" cy="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lnSpc>
                  <a:spcPts val="1400"/>
                </a:lnSpc>
                <a:defRPr/>
              </a:pPr>
              <a:r>
                <a:rPr lang="zh-CN" altLang="en-US" sz="800" b="1">
                  <a:solidFill>
                    <a:srgbClr val="222222"/>
                  </a:solidFill>
                  <a:latin typeface="汉仪铁线黑-65简" panose="00020600040101010101" charset="-122"/>
                  <a:ea typeface="汉仪铁线黑-65简" panose="00020600040101010101" charset="-122"/>
                  <a:cs typeface="汉仪铁线黑-65简" panose="00020600040101010101" charset="-122"/>
                  <a:sym typeface="+mn-ea"/>
                </a:rPr>
                <a:t>1、点击【视图】</a:t>
              </a:r>
              <a:endParaRPr lang="zh-CN" altLang="en-US" sz="800" b="1">
                <a:solidFill>
                  <a:srgbClr val="222222"/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  <a:sym typeface="+mn-ea"/>
              </a:endParaRPr>
            </a:p>
            <a:p>
              <a:pPr defTabSz="914400">
                <a:lnSpc>
                  <a:spcPts val="1400"/>
                </a:lnSpc>
                <a:defRPr/>
              </a:pPr>
              <a:r>
                <a:rPr lang="zh-CN" altLang="en-US" sz="800" b="1">
                  <a:solidFill>
                    <a:srgbClr val="222222"/>
                  </a:solidFill>
                  <a:latin typeface="汉仪铁线黑-65简" panose="00020600040101010101" charset="-122"/>
                  <a:ea typeface="汉仪铁线黑-65简" panose="00020600040101010101" charset="-122"/>
                  <a:cs typeface="汉仪铁线黑-65简" panose="00020600040101010101" charset="-122"/>
                  <a:sym typeface="+mn-ea"/>
                </a:rPr>
                <a:t>2、选择【幻灯片母版】，即可查看母版内容</a:t>
              </a:r>
              <a:endParaRPr lang="zh-CN" altLang="en-US" sz="800" b="1">
                <a:solidFill>
                  <a:srgbClr val="222222"/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  <a:sym typeface="+mn-ea"/>
              </a:endParaRPr>
            </a:p>
            <a:p>
              <a:pPr defTabSz="914400">
                <a:lnSpc>
                  <a:spcPts val="1400"/>
                </a:lnSpc>
                <a:defRPr/>
              </a:pPr>
              <a:r>
                <a:rPr lang="zh-CN" altLang="en-US" sz="800" b="1">
                  <a:solidFill>
                    <a:srgbClr val="222222"/>
                  </a:solidFill>
                  <a:latin typeface="汉仪铁线黑-65简" panose="00020600040101010101" charset="-122"/>
                  <a:ea typeface="汉仪铁线黑-65简" panose="00020600040101010101" charset="-122"/>
                  <a:cs typeface="汉仪铁线黑-65简" panose="00020600040101010101" charset="-122"/>
                  <a:sym typeface="+mn-ea"/>
                </a:rPr>
                <a:t>3、查看/编辑完成后，点击【关闭】即可</a:t>
              </a:r>
              <a:endParaRPr lang="zh-CN" altLang="en-US" sz="800" b="1">
                <a:solidFill>
                  <a:srgbClr val="222222"/>
                </a:solidFill>
                <a:latin typeface="汉仪铁线黑-65简" panose="00020600040101010101" charset="-122"/>
                <a:ea typeface="汉仪铁线黑-65简" panose="00020600040101010101" charset="-122"/>
                <a:cs typeface="汉仪铁线黑-65简" panose="00020600040101010101" charset="-122"/>
                <a:sym typeface="+mn-ea"/>
              </a:endParaRPr>
            </a:p>
          </p:txBody>
        </p:sp>
        <p:pic>
          <p:nvPicPr>
            <p:cNvPr id="68" name="图片 67" descr="母版说明配图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347" y="5578"/>
              <a:ext cx="4825" cy="3507"/>
            </a:xfrm>
            <a:prstGeom prst="rect">
              <a:avLst/>
            </a:prstGeom>
          </p:spPr>
        </p:pic>
      </p:grpSp>
      <p:cxnSp>
        <p:nvCxnSpPr>
          <p:cNvPr id="38" name="直接连接符 37"/>
          <p:cNvCxnSpPr/>
          <p:nvPr/>
        </p:nvCxnSpPr>
        <p:spPr>
          <a:xfrm>
            <a:off x="751206" y="3940236"/>
            <a:ext cx="3060065" cy="0"/>
          </a:xfrm>
          <a:prstGeom prst="line">
            <a:avLst/>
          </a:prstGeom>
          <a:ln w="9525">
            <a:solidFill>
              <a:srgbClr val="222222">
                <a:alpha val="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751206" y="4855155"/>
            <a:ext cx="3060065" cy="0"/>
          </a:xfrm>
          <a:prstGeom prst="line">
            <a:avLst/>
          </a:prstGeom>
          <a:ln w="9525">
            <a:solidFill>
              <a:srgbClr val="222222">
                <a:alpha val="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PP_MARK_KEY" val="ccdaa35b-28a1-4731-9051-d6dee0c843d2"/>
  <p:tag name="COMMONDATA" val="eyJoZGlkIjoiYWMxZDhkZjZkMjNmMjU0ZjUwOGU4ODk4NTg2NjUyMzk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115CAA"/>
      </a:accent1>
      <a:accent2>
        <a:srgbClr val="239DD9"/>
      </a:accent2>
      <a:accent3>
        <a:srgbClr val="EB6206"/>
      </a:accent3>
      <a:accent4>
        <a:srgbClr val="FCCB02"/>
      </a:accent4>
      <a:accent5>
        <a:srgbClr val="4174F4"/>
      </a:accent5>
      <a:accent6>
        <a:srgbClr val="14B5C7"/>
      </a:accent6>
      <a:hlink>
        <a:srgbClr val="115CAA"/>
      </a:hlink>
      <a:folHlink>
        <a:srgbClr val="BFBFBF"/>
      </a:folHlink>
    </a:clrScheme>
    <a:fontScheme name="ce43plog">
      <a:majorFont>
        <a:latin typeface="汉仪铁线黑-65简"/>
        <a:ea typeface="汉仪铁线黑-65简"/>
        <a:cs typeface=""/>
      </a:majorFont>
      <a:minorFont>
        <a:latin typeface="汉仪铁线黑-65简"/>
        <a:ea typeface="汉仪铁线黑-6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铁线黑-65简"/>
        <a:ea typeface=""/>
        <a:cs typeface=""/>
        <a:font script="Jpan" typeface="游ゴシック"/>
        <a:font script="Hang" typeface="맑은 고딕"/>
        <a:font script="Hans" typeface="汉仪铁线黑-65简"/>
        <a:font script="Hant" typeface="新細明體"/>
        <a:font script="Arab" typeface="汉仪铁线黑-65简"/>
        <a:font script="Hebr" typeface="汉仪铁线黑-65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铁线黑-65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铁线黑-6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铁线黑-65简"/>
        <a:ea typeface=""/>
        <a:cs typeface=""/>
        <a:font script="Jpan" typeface="ＭＳ Ｐゴシック"/>
        <a:font script="Hang" typeface="맑은 고딕"/>
        <a:font script="Hans" typeface="汉仪铁线黑-65简"/>
        <a:font script="Hant" typeface="新細明體"/>
        <a:font script="Arab" typeface="汉仪铁线黑-65简"/>
        <a:font script="Hebr" typeface="汉仪铁线黑-65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铁线黑-65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3745</Words>
  <Application>WPS 演示</Application>
  <PresentationFormat>宽屏</PresentationFormat>
  <Paragraphs>279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4" baseType="lpstr">
      <vt:lpstr>Arial</vt:lpstr>
      <vt:lpstr>宋体</vt:lpstr>
      <vt:lpstr>Wingdings</vt:lpstr>
      <vt:lpstr>汉仪铁线黑-45简</vt:lpstr>
      <vt:lpstr>Helvetica Neue Medium</vt:lpstr>
      <vt:lpstr>Gill Sans</vt:lpstr>
      <vt:lpstr>Calibri</vt:lpstr>
      <vt:lpstr>微软雅黑</vt:lpstr>
      <vt:lpstr>思源黑体 CN Bold</vt:lpstr>
      <vt:lpstr>黑体</vt:lpstr>
      <vt:lpstr>Microsoft YaHei Bold</vt:lpstr>
      <vt:lpstr>Arial Unicode MS</vt:lpstr>
      <vt:lpstr>Gill Sans MT</vt:lpstr>
      <vt:lpstr>汉仪铁线黑-65简</vt:lpstr>
      <vt:lpstr>汉仪铁线黑-35简</vt:lpstr>
      <vt:lpstr>汉仪君黑-45简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office2016mac62028</dc:creator>
  <cp:lastModifiedBy>姚姚</cp:lastModifiedBy>
  <cp:revision>11</cp:revision>
  <dcterms:created xsi:type="dcterms:W3CDTF">2021-11-03T08:34:00Z</dcterms:created>
  <dcterms:modified xsi:type="dcterms:W3CDTF">2023-03-29T13:14:03Z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38055ECB6DDB4FBDACD0E0927EDC915A</vt:lpwstr>
  </property>
  <property fmtid="{D5CDD505-2E9C-101B-9397-08002B2CF9AE}" pid="3" name="KSOProductBuildVer">
    <vt:lpwstr>2052-11.1.0.13703</vt:lpwstr>
  </property>
  <property fmtid="{D5CDD505-2E9C-101B-9397-08002B2CF9AE}" pid="4" name="KSOTemplateUUID">
    <vt:lpwstr>v1.0_mb_AuKIZGAerMTkhRkKFd2Exw==</vt:lpwstr>
  </property>
</Properties>
</file>
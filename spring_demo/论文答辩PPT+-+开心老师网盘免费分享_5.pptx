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handoutMasterIdLst>
    <p:handoutMasterId r:id="rId9"/>
  </p:handoutMasterIdLst>
  <p:sldIdLst>
    <p:sldId id="482" r:id="rId3"/>
    <p:sldId id="427" r:id="rId5"/>
    <p:sldId id="531" r:id="rId6"/>
    <p:sldId id="532" r:id="rId7"/>
    <p:sldId id="530" r:id="rId8"/>
  </p:sldIdLst>
  <p:sldSz cx="9144000" cy="5143500" type="screen16x9"/>
  <p:notesSz cx="6858000" cy="9144000"/>
  <p:custDataLst>
    <p:tags r:id="rId13"/>
  </p:custDataLst>
  <p:defaultTextStyle>
    <a:defPPr>
      <a:defRPr lang="zh-CN"/>
    </a:defPPr>
    <a:lvl1pPr marL="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637" userDrawn="1">
          <p15:clr>
            <a:srgbClr val="A4A3A4"/>
          </p15:clr>
        </p15:guide>
        <p15:guide id="4" orient="horz" pos="680" userDrawn="1">
          <p15:clr>
            <a:srgbClr val="A4A3A4"/>
          </p15:clr>
        </p15:guide>
        <p15:guide id="5" orient="horz" pos="2927" userDrawn="1">
          <p15:clr>
            <a:srgbClr val="A4A3A4"/>
          </p15:clr>
        </p15:guide>
        <p15:guide id="6" pos="2881" userDrawn="1">
          <p15:clr>
            <a:srgbClr val="A4A3A4"/>
          </p15:clr>
        </p15:guide>
        <p15:guide id="7" pos="340" userDrawn="1">
          <p15:clr>
            <a:srgbClr val="A4A3A4"/>
          </p15:clr>
        </p15:guide>
        <p15:guide id="8" pos="538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C8E3"/>
    <a:srgbClr val="C0E499"/>
    <a:srgbClr val="F39700"/>
    <a:srgbClr val="909090"/>
    <a:srgbClr val="454545"/>
    <a:srgbClr val="FF8607"/>
    <a:srgbClr val="282828"/>
    <a:srgbClr val="071F65"/>
    <a:srgbClr val="006C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17" autoAdjust="0"/>
    <p:restoredTop sz="95494" autoAdjust="0"/>
  </p:normalViewPr>
  <p:slideViewPr>
    <p:cSldViewPr snapToGrid="0" snapToObjects="1">
      <p:cViewPr varScale="1">
        <p:scale>
          <a:sx n="90" d="100"/>
          <a:sy n="90" d="100"/>
        </p:scale>
        <p:origin x="678" y="84"/>
      </p:cViewPr>
      <p:guideLst>
        <p:guide orient="horz" pos="2160"/>
        <p:guide pos="3840"/>
        <p:guide orient="horz" pos="1637"/>
        <p:guide orient="horz" pos="680"/>
        <p:guide orient="horz" pos="2927"/>
        <p:guide pos="2881"/>
        <p:guide pos="340"/>
        <p:guide pos="538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gs" Target="tags/tag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B18F8A-74B5-9148-A891-627592061A38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8768D9-5829-CA4C-800C-5932EF9830F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D6ACD6-F780-4A47-B5D9-D292A4BD6F8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 smtClean="0"/>
              <a:t>单击此处编辑母版文本样式</a:t>
            </a:r>
            <a:endParaRPr kumimoji="1" lang="zh-CN" altLang="en-US" smtClean="0"/>
          </a:p>
          <a:p>
            <a:pPr lvl="1"/>
            <a:r>
              <a:rPr kumimoji="1" lang="zh-CN" altLang="en-US" smtClean="0"/>
              <a:t>二级</a:t>
            </a:r>
            <a:endParaRPr kumimoji="1" lang="zh-CN" altLang="en-US" smtClean="0"/>
          </a:p>
          <a:p>
            <a:pPr lvl="2"/>
            <a:r>
              <a:rPr kumimoji="1" lang="zh-CN" altLang="en-US" smtClean="0"/>
              <a:t>三级</a:t>
            </a:r>
            <a:endParaRPr kumimoji="1" lang="zh-CN" altLang="en-US" smtClean="0"/>
          </a:p>
          <a:p>
            <a:pPr lvl="3"/>
            <a:r>
              <a:rPr kumimoji="1" lang="zh-CN" altLang="en-US" smtClean="0"/>
              <a:t>四级</a:t>
            </a:r>
            <a:endParaRPr kumimoji="1" lang="zh-CN" altLang="en-US" smtClean="0"/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12715C-60D8-4442-95C1-470452B860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Click="0" advTm="0">
    <p:wip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1_空白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136860" y="4786900"/>
            <a:ext cx="820283" cy="276999"/>
          </a:xfrm>
          <a:prstGeom prst="rect">
            <a:avLst/>
          </a:prstGeom>
        </p:spPr>
        <p:txBody>
          <a:bodyPr lIns="68580" tIns="34290" rIns="68580" bIns="34290"/>
          <a:lstStyle/>
          <a:p>
            <a:pPr algn="ctr">
              <a:defRPr/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 </a:t>
            </a:r>
            <a:fld id="{2EEF1883-7A0E-4F66-9932-E581691AD397}" type="slidenum">
              <a:rPr lang="zh-CN" altLang="en-US" sz="1200">
                <a:solidFill>
                  <a:schemeClr val="tx1">
                    <a:lumMod val="65000"/>
                    <a:lumOff val="35000"/>
                  </a:schemeClr>
                </a:solidFill>
              </a:rPr>
            </a:fld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Click="0" advTm="0">
    <p:wip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Click="0" advTm="0">
    <p:wip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 spd="slow" advClick="0" advTm="0">
    <p:wipe/>
  </p:transition>
  <p:timing>
    <p:tnLst>
      <p:par>
        <p:cTn id="1" dur="indefinite" restart="never" nodeType="tmRoot"/>
      </p:par>
    </p:tnLst>
  </p:timing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1" i="0" kern="1200" baseline="0">
          <a:solidFill>
            <a:srgbClr val="071F65"/>
          </a:solidFill>
          <a:effectLst/>
          <a:latin typeface="Arial Black" panose="020B0A040201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67970" indent="-267970" algn="just" defTabSz="685800" rtl="0" eaLnBrk="1" latinLnBrk="0" hangingPunct="1">
        <a:lnSpc>
          <a:spcPct val="110000"/>
        </a:lnSpc>
        <a:spcBef>
          <a:spcPts val="1350"/>
        </a:spcBef>
        <a:spcAft>
          <a:spcPts val="0"/>
        </a:spcAft>
        <a:buClr>
          <a:schemeClr val="accent2">
            <a:lumMod val="75000"/>
          </a:schemeClr>
        </a:buClr>
        <a:buSzPct val="70000"/>
        <a:buFont typeface="Wingdings 2" panose="05020102010507070707" pitchFamily="18" charset="2"/>
        <a:buChar char=""/>
        <a:defRPr sz="1500" kern="1200" baseline="0">
          <a:solidFill>
            <a:srgbClr val="071F65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267970" indent="-267970" algn="just" defTabSz="685800" rtl="0" eaLnBrk="1" latinLnBrk="0" hangingPunct="1">
        <a:lnSpc>
          <a:spcPct val="130000"/>
        </a:lnSpc>
        <a:spcBef>
          <a:spcPts val="0"/>
        </a:spcBef>
        <a:spcAft>
          <a:spcPts val="450"/>
        </a:spcAft>
        <a:buClr>
          <a:schemeClr val="accent2">
            <a:lumMod val="60000"/>
            <a:lumOff val="40000"/>
          </a:schemeClr>
        </a:buClr>
        <a:buFont typeface="幼圆" panose="02010509060101010101" pitchFamily="49" charset="-122"/>
        <a:buChar char=" "/>
        <a:defRPr sz="1200" kern="1200" baseline="0">
          <a:solidFill>
            <a:srgbClr val="071F65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梯形 34"/>
          <p:cNvSpPr/>
          <p:nvPr/>
        </p:nvSpPr>
        <p:spPr>
          <a:xfrm rot="16200000">
            <a:off x="5584648" y="-338488"/>
            <a:ext cx="1718803" cy="5399903"/>
          </a:xfrm>
          <a:prstGeom prst="trapezoid">
            <a:avLst>
              <a:gd name="adj" fmla="val 16935"/>
            </a:avLst>
          </a:prstGeom>
          <a:solidFill>
            <a:srgbClr val="071F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37" name="梯形 36"/>
          <p:cNvSpPr/>
          <p:nvPr/>
        </p:nvSpPr>
        <p:spPr>
          <a:xfrm rot="5400000">
            <a:off x="998730" y="477602"/>
            <a:ext cx="1758050" cy="3755509"/>
          </a:xfrm>
          <a:prstGeom prst="trapezoid">
            <a:avLst>
              <a:gd name="adj" fmla="val 17865"/>
            </a:avLst>
          </a:prstGeom>
          <a:solidFill>
            <a:schemeClr val="bg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26" name="文本框 1"/>
          <p:cNvSpPr txBox="1"/>
          <p:nvPr/>
        </p:nvSpPr>
        <p:spPr>
          <a:xfrm>
            <a:off x="2796809" y="1334898"/>
            <a:ext cx="946413" cy="392415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r>
              <a:rPr lang="zh-CN" altLang="en-US" sz="2100" dirty="0">
                <a:solidFill>
                  <a:srgbClr val="071F65"/>
                </a:solidFill>
                <a:latin typeface="+mj-ea"/>
                <a:ea typeface="+mj-ea"/>
              </a:rPr>
              <a:t>过渡页</a:t>
            </a:r>
            <a:endParaRPr lang="zh-CN" altLang="en-US" sz="2100" dirty="0">
              <a:solidFill>
                <a:srgbClr val="071F65"/>
              </a:solidFill>
              <a:latin typeface="+mj-ea"/>
              <a:ea typeface="+mj-ea"/>
            </a:endParaRPr>
          </a:p>
        </p:txBody>
      </p:sp>
      <p:sp>
        <p:nvSpPr>
          <p:cNvPr id="27" name="文本框 2"/>
          <p:cNvSpPr txBox="1"/>
          <p:nvPr/>
        </p:nvSpPr>
        <p:spPr>
          <a:xfrm>
            <a:off x="2796809" y="1917123"/>
            <a:ext cx="872675" cy="900246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r>
              <a:rPr lang="en-US" altLang="zh-CN" b="1" dirty="0" smtClean="0">
                <a:solidFill>
                  <a:schemeClr val="bg1"/>
                </a:solidFill>
              </a:rPr>
              <a:t>Part</a:t>
            </a:r>
            <a:r>
              <a:rPr lang="en-US" altLang="zh-CN" sz="5400" b="1" dirty="0" smtClean="0">
                <a:solidFill>
                  <a:schemeClr val="bg1"/>
                </a:solidFill>
              </a:rPr>
              <a:t>4</a:t>
            </a:r>
            <a:endParaRPr lang="zh-CN" altLang="en-US" sz="5400" b="1" dirty="0">
              <a:solidFill>
                <a:schemeClr val="bg1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4229098" y="2019303"/>
            <a:ext cx="1965960" cy="622300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r>
              <a:rPr lang="zh-CN" altLang="en-US" sz="3600" b="1" dirty="0" smtClean="0">
                <a:solidFill>
                  <a:schemeClr val="bg1"/>
                </a:solidFill>
              </a:rPr>
              <a:t>研究成果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7081223" y="1774521"/>
            <a:ext cx="1200785" cy="1174735"/>
            <a:chOff x="5838755" y="1774521"/>
            <a:chExt cx="1200785" cy="1174735"/>
          </a:xfrm>
        </p:grpSpPr>
        <p:grpSp>
          <p:nvGrpSpPr>
            <p:cNvPr id="31" name="组合 30"/>
            <p:cNvGrpSpPr/>
            <p:nvPr/>
          </p:nvGrpSpPr>
          <p:grpSpPr>
            <a:xfrm>
              <a:off x="5838755" y="1774521"/>
              <a:ext cx="1200785" cy="890523"/>
              <a:chOff x="9140243" y="2649839"/>
              <a:chExt cx="1601046" cy="1187363"/>
            </a:xfrm>
          </p:grpSpPr>
          <p:sp>
            <p:nvSpPr>
              <p:cNvPr id="32" name="矩形 31"/>
              <p:cNvSpPr/>
              <p:nvPr/>
            </p:nvSpPr>
            <p:spPr>
              <a:xfrm>
                <a:off x="9140243" y="2649839"/>
                <a:ext cx="1601046" cy="40894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kumimoji="1" lang="en-US" altLang="zh-CN" dirty="0" smtClean="0">
                    <a:solidFill>
                      <a:schemeClr val="bg1"/>
                    </a:solidFill>
                  </a:rPr>
                  <a:t>4-1 </a:t>
                </a:r>
                <a:r>
                  <a:rPr kumimoji="1" lang="zh-CN" altLang="en-US" dirty="0" smtClean="0">
                    <a:solidFill>
                      <a:schemeClr val="bg1"/>
                    </a:solidFill>
                  </a:rPr>
                  <a:t>研究成果</a:t>
                </a:r>
                <a:endParaRPr lang="zh-CN" altLang="en-US" dirty="0">
                  <a:solidFill>
                    <a:schemeClr val="bg1"/>
                  </a:solidFill>
                  <a:sym typeface="微软雅黑" panose="020B0503020204020204" pitchFamily="34" charset="-122"/>
                </a:endParaRPr>
              </a:p>
            </p:txBody>
          </p:sp>
          <p:sp>
            <p:nvSpPr>
              <p:cNvPr id="33" name="矩形 32"/>
              <p:cNvSpPr/>
              <p:nvPr/>
            </p:nvSpPr>
            <p:spPr>
              <a:xfrm>
                <a:off x="9140243" y="3037021"/>
                <a:ext cx="1363980" cy="40894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dirty="0">
                    <a:solidFill>
                      <a:schemeClr val="bg1"/>
                    </a:solidFill>
                  </a:rPr>
                  <a:t>4</a:t>
                </a:r>
                <a:r>
                  <a:rPr lang="en-US" altLang="zh-CN" dirty="0" smtClean="0">
                    <a:solidFill>
                      <a:schemeClr val="bg1"/>
                    </a:solidFill>
                  </a:rPr>
                  <a:t>-2 </a:t>
                </a:r>
                <a:r>
                  <a:rPr lang="zh-CN" altLang="en-US" dirty="0" smtClean="0">
                    <a:solidFill>
                      <a:schemeClr val="bg1"/>
                    </a:solidFill>
                  </a:rPr>
                  <a:t>创新性</a:t>
                </a:r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4" name="矩形 33"/>
              <p:cNvSpPr/>
              <p:nvPr/>
            </p:nvSpPr>
            <p:spPr>
              <a:xfrm>
                <a:off x="9140243" y="3429000"/>
                <a:ext cx="1117787" cy="4082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kumimoji="1" lang="en-US" altLang="zh-CN" dirty="0" smtClean="0">
                    <a:solidFill>
                      <a:schemeClr val="bg1"/>
                    </a:solidFill>
                  </a:rPr>
                  <a:t>4-3 </a:t>
                </a:r>
                <a:r>
                  <a:rPr kumimoji="1" lang="zh-CN" altLang="en-US" dirty="0" smtClean="0">
                    <a:solidFill>
                      <a:schemeClr val="bg1"/>
                    </a:solidFill>
                  </a:rPr>
                  <a:t>不足</a:t>
                </a:r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8" name="矩形 37"/>
            <p:cNvSpPr/>
            <p:nvPr/>
          </p:nvSpPr>
          <p:spPr>
            <a:xfrm>
              <a:off x="5852715" y="2642551"/>
              <a:ext cx="845185" cy="30670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dirty="0" smtClean="0">
                  <a:solidFill>
                    <a:schemeClr val="bg1"/>
                  </a:solidFill>
                </a:rPr>
                <a:t>4-4 </a:t>
              </a:r>
              <a:r>
                <a:rPr kumimoji="1" lang="zh-CN" altLang="en-US" dirty="0" smtClean="0">
                  <a:solidFill>
                    <a:schemeClr val="bg1"/>
                  </a:solidFill>
                </a:rPr>
                <a:t>改进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pic>
        <p:nvPicPr>
          <p:cNvPr id="4" name="图片 3" descr="开心写论文 --小标-浅色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1420" y="0"/>
            <a:ext cx="1592580" cy="4089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Click="0" advTm="0">
        <p14:prism/>
      </p:transition>
    </mc:Choice>
    <mc:Fallback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7" grpId="0" animBg="1"/>
      <p:bldP spid="26" grpId="0"/>
      <p:bldP spid="27" grpId="0"/>
      <p:bldP spid="2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476188" y="177842"/>
            <a:ext cx="1400810" cy="459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2400" b="1" dirty="0" smtClean="0">
                <a:solidFill>
                  <a:schemeClr val="accent1"/>
                </a:solidFill>
                <a:latin typeface="Arial" panose="020B0604020202020204" pitchFamily="34" charset="0"/>
              </a:rPr>
              <a:t>研究成果</a:t>
            </a:r>
            <a:endParaRPr lang="zh-CN" altLang="en-US" sz="2400" b="1" dirty="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sp>
        <p:nvSpPr>
          <p:cNvPr id="17" name="等腰三角形 16"/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103948" y="2342171"/>
            <a:ext cx="936104" cy="984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2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zh-CN" altLang="en-US" sz="32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研究成果</a:t>
            </a:r>
            <a:endParaRPr lang="zh-CN" altLang="en-US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71600" y="1387781"/>
            <a:ext cx="2057896" cy="8233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300"/>
              </a:lnSpc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点击输入理论综述简要文字内容，文字内容需概括精炼，无需多余的文字修饰，在不改动排版的情况下，尽量控制在四点内说明，标题将每个具体意义概括提出观点。</a:t>
            </a:r>
            <a:endParaRPr lang="en-US" altLang="zh-CN" dirty="0"/>
          </a:p>
        </p:txBody>
      </p:sp>
      <p:sp>
        <p:nvSpPr>
          <p:cNvPr id="20" name="TextBox 19"/>
          <p:cNvSpPr txBox="1"/>
          <p:nvPr/>
        </p:nvSpPr>
        <p:spPr>
          <a:xfrm>
            <a:off x="6084168" y="1387781"/>
            <a:ext cx="2057896" cy="8233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300"/>
              </a:lnSpc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点击输入理论综述简要文字内容，文字内容需概括精炼，无需多余的文字修饰，在不改动排版的情况下，尽量控制在四点内说明，标题将每个具体意义概括提出观点。</a:t>
            </a:r>
            <a:endParaRPr lang="en-US" altLang="zh-CN" dirty="0"/>
          </a:p>
        </p:txBody>
      </p:sp>
      <p:sp>
        <p:nvSpPr>
          <p:cNvPr id="21" name="TextBox 20"/>
          <p:cNvSpPr txBox="1"/>
          <p:nvPr/>
        </p:nvSpPr>
        <p:spPr>
          <a:xfrm>
            <a:off x="971600" y="3327056"/>
            <a:ext cx="2057896" cy="8233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300"/>
              </a:lnSpc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点击输入理论综述简要文字内容，文字内容需概括精炼，无需多余的文字修饰，在不改动排版的情况下，尽量控制在四点内说明，标题将每个具体意义概括提出观点。</a:t>
            </a:r>
            <a:endParaRPr lang="en-US" altLang="zh-CN" dirty="0"/>
          </a:p>
        </p:txBody>
      </p:sp>
      <p:sp>
        <p:nvSpPr>
          <p:cNvPr id="22" name="TextBox 21"/>
          <p:cNvSpPr txBox="1"/>
          <p:nvPr/>
        </p:nvSpPr>
        <p:spPr>
          <a:xfrm>
            <a:off x="6084168" y="3327056"/>
            <a:ext cx="2057896" cy="8233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300"/>
              </a:lnSpc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点击输入理论综述简要文字内容，文字内容需概括精炼，无需多余的文字修饰，在不改动排版的情况下，尽量控制在四点内说明，标题将每个具体意义概括提出观点。</a:t>
            </a:r>
            <a:endParaRPr lang="en-US" altLang="zh-CN" dirty="0"/>
          </a:p>
        </p:txBody>
      </p:sp>
      <p:grpSp>
        <p:nvGrpSpPr>
          <p:cNvPr id="23" name="组合 22"/>
          <p:cNvGrpSpPr/>
          <p:nvPr/>
        </p:nvGrpSpPr>
        <p:grpSpPr>
          <a:xfrm>
            <a:off x="3325813" y="1583663"/>
            <a:ext cx="2492375" cy="2501901"/>
            <a:chOff x="3325813" y="1973262"/>
            <a:chExt cx="2492375" cy="2501901"/>
          </a:xfrm>
        </p:grpSpPr>
        <p:sp>
          <p:nvSpPr>
            <p:cNvPr id="24" name="Freeform 5"/>
            <p:cNvSpPr/>
            <p:nvPr/>
          </p:nvSpPr>
          <p:spPr bwMode="auto">
            <a:xfrm>
              <a:off x="3325813" y="3276600"/>
              <a:ext cx="1193800" cy="1198563"/>
            </a:xfrm>
            <a:custGeom>
              <a:avLst/>
              <a:gdLst>
                <a:gd name="T0" fmla="*/ 1809 w 4497"/>
                <a:gd name="T1" fmla="*/ 3511 h 4497"/>
                <a:gd name="T2" fmla="*/ 986 w 4497"/>
                <a:gd name="T3" fmla="*/ 3511 h 4497"/>
                <a:gd name="T4" fmla="*/ 986 w 4497"/>
                <a:gd name="T5" fmla="*/ 2687 h 4497"/>
                <a:gd name="T6" fmla="*/ 0 w 4497"/>
                <a:gd name="T7" fmla="*/ 0 h 4497"/>
                <a:gd name="T8" fmla="*/ 1873 w 4497"/>
                <a:gd name="T9" fmla="*/ 0 h 4497"/>
                <a:gd name="T10" fmla="*/ 2721 w 4497"/>
                <a:gd name="T11" fmla="*/ 1776 h 4497"/>
                <a:gd name="T12" fmla="*/ 4497 w 4497"/>
                <a:gd name="T13" fmla="*/ 2624 h 4497"/>
                <a:gd name="T14" fmla="*/ 4497 w 4497"/>
                <a:gd name="T15" fmla="*/ 4497 h 4497"/>
                <a:gd name="T16" fmla="*/ 1809 w 4497"/>
                <a:gd name="T17" fmla="*/ 3511 h 4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497" h="4497">
                  <a:moveTo>
                    <a:pt x="1809" y="3511"/>
                  </a:moveTo>
                  <a:lnTo>
                    <a:pt x="986" y="3511"/>
                  </a:lnTo>
                  <a:lnTo>
                    <a:pt x="986" y="2687"/>
                  </a:lnTo>
                  <a:cubicBezTo>
                    <a:pt x="369" y="1896"/>
                    <a:pt x="40" y="953"/>
                    <a:pt x="0" y="0"/>
                  </a:cubicBezTo>
                  <a:lnTo>
                    <a:pt x="1873" y="0"/>
                  </a:lnTo>
                  <a:cubicBezTo>
                    <a:pt x="1938" y="644"/>
                    <a:pt x="2222" y="1276"/>
                    <a:pt x="2721" y="1776"/>
                  </a:cubicBezTo>
                  <a:cubicBezTo>
                    <a:pt x="3221" y="2275"/>
                    <a:pt x="3853" y="2558"/>
                    <a:pt x="4497" y="2624"/>
                  </a:cubicBezTo>
                  <a:lnTo>
                    <a:pt x="4497" y="4497"/>
                  </a:lnTo>
                  <a:cubicBezTo>
                    <a:pt x="3544" y="4457"/>
                    <a:pt x="2601" y="4128"/>
                    <a:pt x="1809" y="35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Freeform 6"/>
            <p:cNvSpPr/>
            <p:nvPr/>
          </p:nvSpPr>
          <p:spPr bwMode="auto">
            <a:xfrm>
              <a:off x="3325813" y="1973262"/>
              <a:ext cx="1193800" cy="1196975"/>
            </a:xfrm>
            <a:custGeom>
              <a:avLst/>
              <a:gdLst>
                <a:gd name="T0" fmla="*/ 986 w 4497"/>
                <a:gd name="T1" fmla="*/ 1809 h 4497"/>
                <a:gd name="T2" fmla="*/ 986 w 4497"/>
                <a:gd name="T3" fmla="*/ 986 h 4497"/>
                <a:gd name="T4" fmla="*/ 1809 w 4497"/>
                <a:gd name="T5" fmla="*/ 986 h 4497"/>
                <a:gd name="T6" fmla="*/ 4497 w 4497"/>
                <a:gd name="T7" fmla="*/ 0 h 4497"/>
                <a:gd name="T8" fmla="*/ 4497 w 4497"/>
                <a:gd name="T9" fmla="*/ 1861 h 4497"/>
                <a:gd name="T10" fmla="*/ 2659 w 4497"/>
                <a:gd name="T11" fmla="*/ 2659 h 4497"/>
                <a:gd name="T12" fmla="*/ 1861 w 4497"/>
                <a:gd name="T13" fmla="*/ 4497 h 4497"/>
                <a:gd name="T14" fmla="*/ 0 w 4497"/>
                <a:gd name="T15" fmla="*/ 4497 h 4497"/>
                <a:gd name="T16" fmla="*/ 986 w 4497"/>
                <a:gd name="T17" fmla="*/ 1809 h 4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497" h="4497">
                  <a:moveTo>
                    <a:pt x="986" y="1809"/>
                  </a:moveTo>
                  <a:lnTo>
                    <a:pt x="986" y="986"/>
                  </a:lnTo>
                  <a:lnTo>
                    <a:pt x="1809" y="986"/>
                  </a:lnTo>
                  <a:cubicBezTo>
                    <a:pt x="2601" y="369"/>
                    <a:pt x="3544" y="40"/>
                    <a:pt x="4497" y="0"/>
                  </a:cubicBezTo>
                  <a:lnTo>
                    <a:pt x="4497" y="1861"/>
                  </a:lnTo>
                  <a:cubicBezTo>
                    <a:pt x="3824" y="1887"/>
                    <a:pt x="3165" y="2152"/>
                    <a:pt x="2659" y="2659"/>
                  </a:cubicBezTo>
                  <a:cubicBezTo>
                    <a:pt x="2152" y="3165"/>
                    <a:pt x="1887" y="3824"/>
                    <a:pt x="1861" y="4497"/>
                  </a:cubicBezTo>
                  <a:lnTo>
                    <a:pt x="0" y="4497"/>
                  </a:lnTo>
                  <a:cubicBezTo>
                    <a:pt x="40" y="3544"/>
                    <a:pt x="369" y="2601"/>
                    <a:pt x="986" y="180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Freeform 7"/>
            <p:cNvSpPr/>
            <p:nvPr/>
          </p:nvSpPr>
          <p:spPr bwMode="auto">
            <a:xfrm>
              <a:off x="4624388" y="3276600"/>
              <a:ext cx="1193800" cy="1198563"/>
            </a:xfrm>
            <a:custGeom>
              <a:avLst/>
              <a:gdLst>
                <a:gd name="T0" fmla="*/ 3511 w 4497"/>
                <a:gd name="T1" fmla="*/ 3511 h 4497"/>
                <a:gd name="T2" fmla="*/ 2687 w 4497"/>
                <a:gd name="T3" fmla="*/ 3511 h 4497"/>
                <a:gd name="T4" fmla="*/ 0 w 4497"/>
                <a:gd name="T5" fmla="*/ 4497 h 4497"/>
                <a:gd name="T6" fmla="*/ 0 w 4497"/>
                <a:gd name="T7" fmla="*/ 2636 h 4497"/>
                <a:gd name="T8" fmla="*/ 1838 w 4497"/>
                <a:gd name="T9" fmla="*/ 1838 h 4497"/>
                <a:gd name="T10" fmla="*/ 2636 w 4497"/>
                <a:gd name="T11" fmla="*/ 0 h 4497"/>
                <a:gd name="T12" fmla="*/ 4497 w 4497"/>
                <a:gd name="T13" fmla="*/ 0 h 4497"/>
                <a:gd name="T14" fmla="*/ 3511 w 4497"/>
                <a:gd name="T15" fmla="*/ 2687 h 4497"/>
                <a:gd name="T16" fmla="*/ 3511 w 4497"/>
                <a:gd name="T17" fmla="*/ 3511 h 4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497" h="4497">
                  <a:moveTo>
                    <a:pt x="3511" y="3511"/>
                  </a:moveTo>
                  <a:lnTo>
                    <a:pt x="2687" y="3511"/>
                  </a:lnTo>
                  <a:cubicBezTo>
                    <a:pt x="1896" y="4128"/>
                    <a:pt x="953" y="4457"/>
                    <a:pt x="0" y="4497"/>
                  </a:cubicBezTo>
                  <a:lnTo>
                    <a:pt x="0" y="2636"/>
                  </a:lnTo>
                  <a:cubicBezTo>
                    <a:pt x="673" y="2610"/>
                    <a:pt x="1332" y="2345"/>
                    <a:pt x="1838" y="1838"/>
                  </a:cubicBezTo>
                  <a:cubicBezTo>
                    <a:pt x="2345" y="1332"/>
                    <a:pt x="2610" y="673"/>
                    <a:pt x="2636" y="0"/>
                  </a:cubicBezTo>
                  <a:lnTo>
                    <a:pt x="4497" y="0"/>
                  </a:lnTo>
                  <a:cubicBezTo>
                    <a:pt x="4457" y="953"/>
                    <a:pt x="4128" y="1896"/>
                    <a:pt x="3511" y="2687"/>
                  </a:cubicBezTo>
                  <a:lnTo>
                    <a:pt x="3511" y="351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" name="Freeform 8"/>
            <p:cNvSpPr/>
            <p:nvPr/>
          </p:nvSpPr>
          <p:spPr bwMode="auto">
            <a:xfrm>
              <a:off x="4624388" y="1973262"/>
              <a:ext cx="1193800" cy="1196975"/>
            </a:xfrm>
            <a:custGeom>
              <a:avLst/>
              <a:gdLst>
                <a:gd name="T0" fmla="*/ 3511 w 4497"/>
                <a:gd name="T1" fmla="*/ 1809 h 4497"/>
                <a:gd name="T2" fmla="*/ 4497 w 4497"/>
                <a:gd name="T3" fmla="*/ 4497 h 4497"/>
                <a:gd name="T4" fmla="*/ 2624 w 4497"/>
                <a:gd name="T5" fmla="*/ 4497 h 4497"/>
                <a:gd name="T6" fmla="*/ 1776 w 4497"/>
                <a:gd name="T7" fmla="*/ 2721 h 4497"/>
                <a:gd name="T8" fmla="*/ 0 w 4497"/>
                <a:gd name="T9" fmla="*/ 1873 h 4497"/>
                <a:gd name="T10" fmla="*/ 0 w 4497"/>
                <a:gd name="T11" fmla="*/ 0 h 4497"/>
                <a:gd name="T12" fmla="*/ 2687 w 4497"/>
                <a:gd name="T13" fmla="*/ 986 h 4497"/>
                <a:gd name="T14" fmla="*/ 3511 w 4497"/>
                <a:gd name="T15" fmla="*/ 986 h 4497"/>
                <a:gd name="T16" fmla="*/ 3511 w 4497"/>
                <a:gd name="T17" fmla="*/ 1809 h 4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497" h="4497">
                  <a:moveTo>
                    <a:pt x="3511" y="1809"/>
                  </a:moveTo>
                  <a:cubicBezTo>
                    <a:pt x="4128" y="2601"/>
                    <a:pt x="4457" y="3544"/>
                    <a:pt x="4497" y="4497"/>
                  </a:cubicBezTo>
                  <a:lnTo>
                    <a:pt x="2624" y="4497"/>
                  </a:lnTo>
                  <a:cubicBezTo>
                    <a:pt x="2558" y="3853"/>
                    <a:pt x="2275" y="3221"/>
                    <a:pt x="1776" y="2721"/>
                  </a:cubicBezTo>
                  <a:cubicBezTo>
                    <a:pt x="1276" y="2222"/>
                    <a:pt x="644" y="1938"/>
                    <a:pt x="0" y="1873"/>
                  </a:cubicBezTo>
                  <a:lnTo>
                    <a:pt x="0" y="0"/>
                  </a:lnTo>
                  <a:cubicBezTo>
                    <a:pt x="953" y="40"/>
                    <a:pt x="1896" y="369"/>
                    <a:pt x="2687" y="986"/>
                  </a:cubicBezTo>
                  <a:lnTo>
                    <a:pt x="3511" y="986"/>
                  </a:lnTo>
                  <a:lnTo>
                    <a:pt x="3511" y="180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3786883" y="2348629"/>
              <a:ext cx="144016" cy="3385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22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5251579" y="2348629"/>
              <a:ext cx="144016" cy="3385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22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2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786883" y="3767794"/>
              <a:ext cx="144016" cy="3385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22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2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251579" y="3767794"/>
              <a:ext cx="144016" cy="3385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22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2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62200" y="-64770"/>
            <a:ext cx="6781800" cy="1219200"/>
          </a:xfrm>
          <a:prstGeom prst="rect">
            <a:avLst/>
          </a:prstGeom>
        </p:spPr>
      </p:pic>
    </p:spTree>
  </p:cSld>
  <p:clrMapOvr>
    <a:masterClrMapping/>
  </p:clrMapOvr>
  <p:transition spd="slow" advClick="0" advTm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 animBg="1"/>
      <p:bldP spid="18" grpId="0"/>
      <p:bldP spid="19" grpId="0"/>
      <p:bldP spid="20" grpId="0"/>
      <p:bldP spid="21" grpId="0"/>
      <p:bldP spid="2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27"/>
          <p:cNvSpPr txBox="1"/>
          <p:nvPr/>
        </p:nvSpPr>
        <p:spPr>
          <a:xfrm>
            <a:off x="1210656" y="1369259"/>
            <a:ext cx="6672278" cy="78944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1"/>
            </a:solidFill>
          </a:ln>
        </p:spPr>
        <p:txBody>
          <a:bodyPr wrap="square" lIns="68580" tIns="34290" rIns="68580" bIns="34290" rtlCol="0">
            <a:spAutoFit/>
          </a:bodyPr>
          <a:lstStyle/>
          <a:p>
            <a:pPr indent="539750"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您的内容打在这里，或者通过复制您的文本后，在此框中选择粘贴，并选择只保留文字。您的内容打在这里，或者通过复制您的文本后，在此框中选择粘贴，并选择只保留文字。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894812" y="1055293"/>
            <a:ext cx="1447306" cy="318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68580" tIns="34290" rIns="68580" bIns="34290" numCol="1" rtlCol="0" anchor="t" anchorCtr="0" compatLnSpc="1"/>
          <a:lstStyle/>
          <a:p>
            <a:pPr algn="ctr"/>
            <a:r>
              <a:rPr lang="zh-CN" altLang="en-US" sz="1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标题内容一</a:t>
            </a:r>
            <a:endParaRPr lang="zh-CN" altLang="en-US" sz="1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15"/>
          <p:cNvSpPr txBox="1"/>
          <p:nvPr/>
        </p:nvSpPr>
        <p:spPr>
          <a:xfrm>
            <a:off x="1210656" y="2626631"/>
            <a:ext cx="6672278" cy="78944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1"/>
            </a:solidFill>
          </a:ln>
        </p:spPr>
        <p:txBody>
          <a:bodyPr wrap="square" lIns="68580" tIns="34290" rIns="68580" bIns="34290" rtlCol="0">
            <a:spAutoFit/>
          </a:bodyPr>
          <a:lstStyle/>
          <a:p>
            <a:pPr indent="539750"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您的内容打在这里，或者通过复制您的文本后，在此框中选择粘贴，并选择只保留文字。您的内容打在这里，或者通过复制您的文本后，在此框中选择粘贴，并选择只保留文字。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894812" y="2312665"/>
            <a:ext cx="1447306" cy="318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68580" tIns="34290" rIns="68580" bIns="34290" numCol="1" rtlCol="0" anchor="t" anchorCtr="0" compatLnSpc="1"/>
          <a:lstStyle/>
          <a:p>
            <a:pPr algn="ctr"/>
            <a:r>
              <a:rPr lang="zh-CN" altLang="en-US" sz="1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标题内容一</a:t>
            </a:r>
            <a:endParaRPr lang="zh-CN" altLang="en-US" sz="1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  <a:endParaRPr lang="zh-CN" altLang="en-US" sz="1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24"/>
          <p:cNvSpPr txBox="1"/>
          <p:nvPr/>
        </p:nvSpPr>
        <p:spPr>
          <a:xfrm>
            <a:off x="1210656" y="3891539"/>
            <a:ext cx="6672278" cy="78944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1"/>
            </a:solidFill>
          </a:ln>
        </p:spPr>
        <p:txBody>
          <a:bodyPr wrap="square" lIns="68580" tIns="34290" rIns="68580" bIns="34290" rtlCol="0">
            <a:spAutoFit/>
          </a:bodyPr>
          <a:lstStyle/>
          <a:p>
            <a:pPr indent="539750"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您的内容打在这里，或者通过复制您的文本后，在此框中选择粘贴，并选择只保留文字。您的内容打在这里，或者通过复制您的文本后，在此框中选择粘贴，并选择只保留文字。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894812" y="3570037"/>
            <a:ext cx="1447306" cy="318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68580" tIns="34290" rIns="68580" bIns="34290" numCol="1" rtlCol="0" anchor="t" anchorCtr="0" compatLnSpc="1"/>
          <a:lstStyle/>
          <a:p>
            <a:pPr algn="ctr"/>
            <a:r>
              <a:rPr lang="zh-CN" altLang="en-US" sz="1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标题内容一</a:t>
            </a:r>
            <a:endParaRPr lang="zh-CN" altLang="en-US" sz="1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</a:t>
            </a:r>
            <a:endParaRPr lang="zh-CN" altLang="en-US" sz="1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476250" y="177800"/>
            <a:ext cx="5983605" cy="459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2400" b="1" dirty="0" smtClean="0">
                <a:solidFill>
                  <a:schemeClr val="accent1"/>
                </a:solidFill>
                <a:latin typeface="Arial" panose="020B0604020202020204" pitchFamily="34" charset="0"/>
              </a:rPr>
              <a:t>对策</a:t>
            </a:r>
            <a:r>
              <a:rPr lang="en-US" altLang="zh-CN" sz="2400" b="1" dirty="0" smtClean="0">
                <a:solidFill>
                  <a:schemeClr val="accent1"/>
                </a:solidFill>
                <a:latin typeface="Arial" panose="020B0604020202020204" pitchFamily="34" charset="0"/>
              </a:rPr>
              <a:t>   </a:t>
            </a:r>
            <a:r>
              <a:rPr lang="zh-CN" altLang="en-US" sz="2400" b="1" dirty="0" smtClean="0">
                <a:solidFill>
                  <a:schemeClr val="accent1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（问题对策类论文，对策就是成果）</a:t>
            </a:r>
            <a:endParaRPr lang="zh-CN" altLang="en-US" sz="2400" b="1" dirty="0" smtClean="0">
              <a:solidFill>
                <a:schemeClr val="accent1"/>
              </a:solidFill>
              <a:highlight>
                <a:srgbClr val="FFFF00"/>
              </a:highlight>
              <a:latin typeface="Arial" panose="020B0604020202020204" pitchFamily="34" charset="0"/>
            </a:endParaRPr>
          </a:p>
        </p:txBody>
      </p:sp>
      <p:sp>
        <p:nvSpPr>
          <p:cNvPr id="15" name="等腰三角形 14"/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p:pic>
        <p:nvPicPr>
          <p:cNvPr id="4" name="图片 3" descr="开心写论文 --小标-浅色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1420" y="0"/>
            <a:ext cx="1592580" cy="408940"/>
          </a:xfrm>
          <a:prstGeom prst="rect">
            <a:avLst/>
          </a:prstGeom>
        </p:spPr>
      </p:pic>
    </p:spTree>
  </p:cSld>
  <p:clrMapOvr>
    <a:masterClrMapping/>
  </p:clrMapOvr>
  <p:transition spd="slow" advClick="0" advTm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7" grpId="0" bldLvl="0" animBg="1"/>
      <p:bldP spid="8" grpId="0" bldLvl="0" animBg="1"/>
      <p:bldP spid="9" grpId="0" bldLvl="0" animBg="1"/>
      <p:bldP spid="10" grpId="0" bldLvl="0" animBg="1"/>
      <p:bldP spid="11" grpId="0" bldLvl="0" animBg="1"/>
      <p:bldP spid="14" grpId="0"/>
      <p:bldP spid="15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直接连接符 32"/>
          <p:cNvCxnSpPr/>
          <p:nvPr/>
        </p:nvCxnSpPr>
        <p:spPr>
          <a:xfrm>
            <a:off x="0" y="2722470"/>
            <a:ext cx="91440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组合 33"/>
          <p:cNvGrpSpPr/>
          <p:nvPr/>
        </p:nvGrpSpPr>
        <p:grpSpPr>
          <a:xfrm>
            <a:off x="581042" y="1220880"/>
            <a:ext cx="1578042" cy="2993146"/>
            <a:chOff x="1595438" y="1219202"/>
            <a:chExt cx="2104056" cy="4419596"/>
          </a:xfrm>
        </p:grpSpPr>
        <p:sp>
          <p:nvSpPr>
            <p:cNvPr id="35" name="任意多边形 34"/>
            <p:cNvSpPr/>
            <p:nvPr/>
          </p:nvSpPr>
          <p:spPr>
            <a:xfrm>
              <a:off x="1595438" y="1219202"/>
              <a:ext cx="2104056" cy="4419596"/>
            </a:xfrm>
            <a:custGeom>
              <a:avLst/>
              <a:gdLst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8000 w 10000"/>
                <a:gd name="connsiteY2" fmla="*/ 10000 h 10000"/>
                <a:gd name="connsiteX3" fmla="*/ 2000 w 10000"/>
                <a:gd name="connsiteY3" fmla="*/ 10000 h 10000"/>
                <a:gd name="connsiteX4" fmla="*/ 0 w 10000"/>
                <a:gd name="connsiteY4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0" y="10000"/>
                  </a:moveTo>
                  <a:lnTo>
                    <a:pt x="0" y="0"/>
                  </a:lnTo>
                  <a:lnTo>
                    <a:pt x="10000" y="2000"/>
                  </a:lnTo>
                  <a:lnTo>
                    <a:pt x="10000" y="8000"/>
                  </a:lnTo>
                  <a:lnTo>
                    <a:pt x="0" y="100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  <a:p>
              <a:pPr lvl="1"/>
              <a:endParaRPr lang="zh-CN" altLang="en-US" sz="1200" dirty="0">
                <a:solidFill>
                  <a:schemeClr val="bg1"/>
                </a:solidFill>
              </a:endParaRPr>
            </a:p>
            <a:p>
              <a:pPr lvl="1"/>
              <a:endParaRPr lang="zh-CN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36" name="矩形 35"/>
            <p:cNvSpPr/>
            <p:nvPr/>
          </p:nvSpPr>
          <p:spPr>
            <a:xfrm>
              <a:off x="1695919" y="2408991"/>
              <a:ext cx="1920996" cy="23177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indent="228600"/>
              <a:r>
                <a:rPr lang="en-US" altLang="zh-CN" sz="2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en-US" altLang="zh-CN" sz="2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indent="228600" algn="ctr">
                <a:lnSpc>
                  <a:spcPct val="125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您的内容打在这里，或者通过复制您的文本后，在此框中选择粘贴，并选择只保留文字。</a:t>
              </a:r>
              <a:endParaRPr lang="zh-CN" altLang="zh-CN" sz="12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2724917" y="1220880"/>
            <a:ext cx="1578042" cy="2993146"/>
            <a:chOff x="5043972" y="1219202"/>
            <a:chExt cx="2104056" cy="4419596"/>
          </a:xfrm>
        </p:grpSpPr>
        <p:sp>
          <p:nvSpPr>
            <p:cNvPr id="38" name="任意多边形 37"/>
            <p:cNvSpPr/>
            <p:nvPr/>
          </p:nvSpPr>
          <p:spPr>
            <a:xfrm>
              <a:off x="5043972" y="1219202"/>
              <a:ext cx="2104056" cy="4419596"/>
            </a:xfrm>
            <a:custGeom>
              <a:avLst/>
              <a:gdLst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8000 w 10000"/>
                <a:gd name="connsiteY2" fmla="*/ 10000 h 10000"/>
                <a:gd name="connsiteX3" fmla="*/ 2000 w 10000"/>
                <a:gd name="connsiteY3" fmla="*/ 10000 h 10000"/>
                <a:gd name="connsiteX4" fmla="*/ 0 w 10000"/>
                <a:gd name="connsiteY4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0" y="10000"/>
                  </a:moveTo>
                  <a:lnTo>
                    <a:pt x="0" y="0"/>
                  </a:lnTo>
                  <a:lnTo>
                    <a:pt x="10000" y="2000"/>
                  </a:lnTo>
                  <a:lnTo>
                    <a:pt x="10000" y="8000"/>
                  </a:lnTo>
                  <a:lnTo>
                    <a:pt x="0" y="100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  <a:p>
              <a:pPr lvl="1"/>
              <a:endParaRPr lang="zh-CN" altLang="en-US" sz="1200">
                <a:solidFill>
                  <a:schemeClr val="bg1"/>
                </a:solidFill>
              </a:endParaRPr>
            </a:p>
            <a:p>
              <a:pPr lvl="1"/>
              <a:endParaRPr lang="zh-CN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39" name="矩形 38"/>
            <p:cNvSpPr/>
            <p:nvPr/>
          </p:nvSpPr>
          <p:spPr>
            <a:xfrm>
              <a:off x="5140056" y="2348704"/>
              <a:ext cx="1923780" cy="24370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indent="228600" algn="ctr">
                <a:lnSpc>
                  <a:spcPct val="125000"/>
                </a:lnSpc>
              </a:pPr>
              <a:r>
                <a:rPr lang="en-US" altLang="zh-CN" sz="2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02</a:t>
              </a:r>
              <a:endParaRPr lang="en-US" altLang="zh-CN" sz="2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indent="228600" algn="ctr">
                <a:lnSpc>
                  <a:spcPct val="125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您的内容打在这里，或者通过复制您的文本后，在此框中选择粘贴，并选择只保留文字。</a:t>
              </a:r>
              <a:endParaRPr lang="zh-CN" altLang="zh-CN" sz="12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4852888" y="1220880"/>
            <a:ext cx="1578042" cy="2993146"/>
            <a:chOff x="8492507" y="1219202"/>
            <a:chExt cx="2104056" cy="4419596"/>
          </a:xfrm>
        </p:grpSpPr>
        <p:sp>
          <p:nvSpPr>
            <p:cNvPr id="41" name="任意多边形 40"/>
            <p:cNvSpPr/>
            <p:nvPr/>
          </p:nvSpPr>
          <p:spPr>
            <a:xfrm>
              <a:off x="8492507" y="1219202"/>
              <a:ext cx="2104056" cy="4419596"/>
            </a:xfrm>
            <a:custGeom>
              <a:avLst/>
              <a:gdLst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8000 w 10000"/>
                <a:gd name="connsiteY2" fmla="*/ 10000 h 10000"/>
                <a:gd name="connsiteX3" fmla="*/ 2000 w 10000"/>
                <a:gd name="connsiteY3" fmla="*/ 10000 h 10000"/>
                <a:gd name="connsiteX4" fmla="*/ 0 w 10000"/>
                <a:gd name="connsiteY4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0" y="10000"/>
                  </a:moveTo>
                  <a:lnTo>
                    <a:pt x="0" y="0"/>
                  </a:lnTo>
                  <a:lnTo>
                    <a:pt x="10000" y="2000"/>
                  </a:lnTo>
                  <a:lnTo>
                    <a:pt x="10000" y="8000"/>
                  </a:lnTo>
                  <a:lnTo>
                    <a:pt x="0" y="100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  <a:p>
              <a:pPr lvl="1"/>
              <a:endParaRPr lang="zh-CN" altLang="en-US" sz="1200">
                <a:solidFill>
                  <a:schemeClr val="bg1"/>
                </a:solidFill>
              </a:endParaRPr>
            </a:p>
            <a:p>
              <a:pPr lvl="1"/>
              <a:endParaRPr lang="zh-CN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48" name="矩形 47"/>
            <p:cNvSpPr/>
            <p:nvPr/>
          </p:nvSpPr>
          <p:spPr>
            <a:xfrm>
              <a:off x="8568495" y="2348704"/>
              <a:ext cx="1960571" cy="24370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indent="228600" algn="ctr">
                <a:lnSpc>
                  <a:spcPct val="125000"/>
                </a:lnSpc>
              </a:pPr>
              <a:r>
                <a:rPr lang="en-US" altLang="zh-CN" sz="2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endParaRPr lang="en-US" altLang="zh-CN" sz="2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indent="228600" algn="ctr">
                <a:lnSpc>
                  <a:spcPct val="125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您的内容打在这里，或者通过复制您的文本后，在此框中选择粘贴，并选择只保留文字。</a:t>
              </a:r>
              <a:endParaRPr lang="zh-CN" altLang="zh-CN" sz="12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6971094" y="1220880"/>
            <a:ext cx="1578042" cy="2993146"/>
            <a:chOff x="8492507" y="1219202"/>
            <a:chExt cx="2104056" cy="4419596"/>
          </a:xfrm>
        </p:grpSpPr>
        <p:sp>
          <p:nvSpPr>
            <p:cNvPr id="53" name="任意多边形 52"/>
            <p:cNvSpPr/>
            <p:nvPr/>
          </p:nvSpPr>
          <p:spPr>
            <a:xfrm>
              <a:off x="8492507" y="1219202"/>
              <a:ext cx="2104056" cy="4419596"/>
            </a:xfrm>
            <a:custGeom>
              <a:avLst/>
              <a:gdLst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8000 w 10000"/>
                <a:gd name="connsiteY2" fmla="*/ 10000 h 10000"/>
                <a:gd name="connsiteX3" fmla="*/ 2000 w 10000"/>
                <a:gd name="connsiteY3" fmla="*/ 10000 h 10000"/>
                <a:gd name="connsiteX4" fmla="*/ 0 w 10000"/>
                <a:gd name="connsiteY4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0" y="10000"/>
                  </a:moveTo>
                  <a:lnTo>
                    <a:pt x="0" y="0"/>
                  </a:lnTo>
                  <a:lnTo>
                    <a:pt x="10000" y="2000"/>
                  </a:lnTo>
                  <a:lnTo>
                    <a:pt x="10000" y="8000"/>
                  </a:lnTo>
                  <a:lnTo>
                    <a:pt x="0" y="100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  <a:p>
              <a:pPr lvl="1"/>
              <a:endParaRPr lang="zh-CN" altLang="en-US" sz="1200">
                <a:solidFill>
                  <a:schemeClr val="bg1"/>
                </a:solidFill>
              </a:endParaRPr>
            </a:p>
            <a:p>
              <a:pPr lvl="1"/>
              <a:endParaRPr lang="zh-CN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54" name="矩形 53"/>
            <p:cNvSpPr/>
            <p:nvPr/>
          </p:nvSpPr>
          <p:spPr>
            <a:xfrm>
              <a:off x="8558447" y="2348704"/>
              <a:ext cx="1997312" cy="24370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indent="228600" algn="ctr">
                <a:lnSpc>
                  <a:spcPct val="125000"/>
                </a:lnSpc>
              </a:pPr>
              <a:r>
                <a:rPr lang="en-US" altLang="zh-CN" sz="2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04</a:t>
              </a:r>
              <a:endParaRPr lang="en-US" altLang="zh-CN" sz="2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indent="228600" algn="ctr">
                <a:lnSpc>
                  <a:spcPct val="125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您的内容打在这里，或者通过复制您的文本后，在此框中选择粘贴，并选择只保留文字。</a:t>
              </a:r>
              <a:endParaRPr lang="zh-CN" altLang="zh-CN" sz="12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9" name="矩形 46"/>
          <p:cNvSpPr>
            <a:spLocks noChangeArrowheads="1"/>
          </p:cNvSpPr>
          <p:nvPr/>
        </p:nvSpPr>
        <p:spPr bwMode="auto">
          <a:xfrm>
            <a:off x="476250" y="177800"/>
            <a:ext cx="6184265" cy="459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2400" b="1" dirty="0" smtClean="0">
                <a:solidFill>
                  <a:schemeClr val="accent1"/>
                </a:solidFill>
                <a:latin typeface="Arial" panose="020B0604020202020204" pitchFamily="34" charset="0"/>
              </a:rPr>
              <a:t>创新之处</a:t>
            </a:r>
            <a:r>
              <a:rPr lang="en-US" altLang="zh-CN" sz="2400" b="1" dirty="0" smtClean="0">
                <a:solidFill>
                  <a:schemeClr val="accent1"/>
                </a:solidFill>
                <a:latin typeface="Arial" panose="020B0604020202020204" pitchFamily="34" charset="0"/>
              </a:rPr>
              <a:t>     </a:t>
            </a:r>
            <a:r>
              <a:rPr lang="zh-CN" altLang="en-US" sz="2000" b="1" dirty="0" smtClean="0">
                <a:solidFill>
                  <a:schemeClr val="accent1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（本科可省略，硕士可写）</a:t>
            </a:r>
            <a:endParaRPr lang="zh-CN" altLang="en-US" sz="2000" b="1" dirty="0" smtClean="0">
              <a:solidFill>
                <a:schemeClr val="accent1"/>
              </a:solidFill>
              <a:highlight>
                <a:srgbClr val="FFFF00"/>
              </a:highlight>
              <a:latin typeface="Arial" panose="020B0604020202020204" pitchFamily="34" charset="0"/>
            </a:endParaRPr>
          </a:p>
        </p:txBody>
      </p:sp>
      <p:sp>
        <p:nvSpPr>
          <p:cNvPr id="20" name="等腰三角形 47"/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p:pic>
        <p:nvPicPr>
          <p:cNvPr id="4" name="图片 3" descr="开心写论文 --小标-浅色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1420" y="0"/>
            <a:ext cx="1592580" cy="40894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2715" y="636905"/>
            <a:ext cx="5217160" cy="946785"/>
          </a:xfrm>
          <a:prstGeom prst="rect">
            <a:avLst/>
          </a:prstGeom>
        </p:spPr>
      </p:pic>
    </p:spTree>
  </p:cSld>
  <p:clrMapOvr>
    <a:masterClrMapping/>
  </p:clrMapOvr>
  <p:transition spd="slow" advClick="0" advTm="0">
    <p:pull/>
  </p:transition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4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8" presetID="2" presetClass="entr" presetSubtype="8" fill="hold" nodeType="after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20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21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2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23" presetID="2" presetClass="entr" presetSubtype="8" fill="hold" nodeType="after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25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26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7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28" presetID="2" presetClass="entr" presetSubtype="8" fill="hold" nodeType="after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30" dur="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31" dur="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2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33" presetID="2" presetClass="entr" presetSubtype="8" fill="hold" nodeType="after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35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36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9" grpId="0"/>
          <p:bldP spid="20" grpId="0" bldLvl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4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8" presetID="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1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2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23" presetID="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5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7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28" presetID="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0" dur="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1" dur="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2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33" presetID="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9" grpId="0"/>
          <p:bldP spid="20" grpId="0" bldLvl="0" animBg="1"/>
        </p:bldLst>
      </p:timing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>
            <a:spLocks noChangeArrowheads="1"/>
          </p:cNvSpPr>
          <p:nvPr/>
        </p:nvSpPr>
        <p:spPr bwMode="auto">
          <a:xfrm>
            <a:off x="476188" y="177842"/>
            <a:ext cx="1400810" cy="459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2400" b="1" dirty="0" smtClean="0">
                <a:solidFill>
                  <a:schemeClr val="accent1"/>
                </a:solidFill>
                <a:latin typeface="Arial" panose="020B0604020202020204" pitchFamily="34" charset="0"/>
              </a:rPr>
              <a:t>不足之处</a:t>
            </a:r>
            <a:endParaRPr lang="zh-CN" altLang="en-US" sz="2400" b="1" dirty="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sp>
        <p:nvSpPr>
          <p:cNvPr id="20" name="等腰三角形 19"/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p:sp>
        <p:nvSpPr>
          <p:cNvPr id="21" name="Freeform 5"/>
          <p:cNvSpPr/>
          <p:nvPr/>
        </p:nvSpPr>
        <p:spPr bwMode="auto">
          <a:xfrm>
            <a:off x="1156410" y="2033229"/>
            <a:ext cx="1679368" cy="1514136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1541751" y="2359410"/>
            <a:ext cx="908686" cy="86169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2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zh-CN" altLang="en-US" sz="2800" b="1" dirty="0" smtClean="0"/>
              <a:t>不足之处</a:t>
            </a:r>
            <a:endParaRPr lang="zh-CN" altLang="en-US" sz="2800" b="1" dirty="0"/>
          </a:p>
        </p:txBody>
      </p:sp>
      <p:sp>
        <p:nvSpPr>
          <p:cNvPr id="23" name="圆角矩形 22"/>
          <p:cNvSpPr/>
          <p:nvPr/>
        </p:nvSpPr>
        <p:spPr>
          <a:xfrm>
            <a:off x="3559080" y="1462699"/>
            <a:ext cx="4119012" cy="45168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Freeform 5"/>
          <p:cNvSpPr/>
          <p:nvPr/>
        </p:nvSpPr>
        <p:spPr bwMode="auto">
          <a:xfrm>
            <a:off x="2913464" y="1666788"/>
            <a:ext cx="547516" cy="2247018"/>
          </a:xfrm>
          <a:custGeom>
            <a:avLst/>
            <a:gdLst>
              <a:gd name="T0" fmla="*/ 1999 w 3544"/>
              <a:gd name="T1" fmla="*/ 9150 h 14563"/>
              <a:gd name="T2" fmla="*/ 1999 w 3544"/>
              <a:gd name="T3" fmla="*/ 12306 h 14563"/>
              <a:gd name="T4" fmla="*/ 2353 w 3544"/>
              <a:gd name="T5" fmla="*/ 13628 h 14563"/>
              <a:gd name="T6" fmla="*/ 3544 w 3544"/>
              <a:gd name="T7" fmla="*/ 14112 h 14563"/>
              <a:gd name="T8" fmla="*/ 3544 w 3544"/>
              <a:gd name="T9" fmla="*/ 14563 h 14563"/>
              <a:gd name="T10" fmla="*/ 1933 w 3544"/>
              <a:gd name="T11" fmla="*/ 14016 h 14563"/>
              <a:gd name="T12" fmla="*/ 1419 w 3544"/>
              <a:gd name="T13" fmla="*/ 12050 h 14563"/>
              <a:gd name="T14" fmla="*/ 1419 w 3544"/>
              <a:gd name="T15" fmla="*/ 9279 h 14563"/>
              <a:gd name="T16" fmla="*/ 1160 w 3544"/>
              <a:gd name="T17" fmla="*/ 8022 h 14563"/>
              <a:gd name="T18" fmla="*/ 0 w 3544"/>
              <a:gd name="T19" fmla="*/ 7475 h 14563"/>
              <a:gd name="T20" fmla="*/ 0 w 3544"/>
              <a:gd name="T21" fmla="*/ 7088 h 14563"/>
              <a:gd name="T22" fmla="*/ 1127 w 3544"/>
              <a:gd name="T23" fmla="*/ 6571 h 14563"/>
              <a:gd name="T24" fmla="*/ 1419 w 3544"/>
              <a:gd name="T25" fmla="*/ 5284 h 14563"/>
              <a:gd name="T26" fmla="*/ 1419 w 3544"/>
              <a:gd name="T27" fmla="*/ 2513 h 14563"/>
              <a:gd name="T28" fmla="*/ 1933 w 3544"/>
              <a:gd name="T29" fmla="*/ 547 h 14563"/>
              <a:gd name="T30" fmla="*/ 3544 w 3544"/>
              <a:gd name="T31" fmla="*/ 0 h 14563"/>
              <a:gd name="T32" fmla="*/ 3544 w 3544"/>
              <a:gd name="T33" fmla="*/ 451 h 14563"/>
              <a:gd name="T34" fmla="*/ 2353 w 3544"/>
              <a:gd name="T35" fmla="*/ 902 h 14563"/>
              <a:gd name="T36" fmla="*/ 1999 w 3544"/>
              <a:gd name="T37" fmla="*/ 2254 h 14563"/>
              <a:gd name="T38" fmla="*/ 1999 w 3544"/>
              <a:gd name="T39" fmla="*/ 5413 h 14563"/>
              <a:gd name="T40" fmla="*/ 580 w 3544"/>
              <a:gd name="T41" fmla="*/ 7275 h 14563"/>
              <a:gd name="T42" fmla="*/ 580 w 3544"/>
              <a:gd name="T43" fmla="*/ 7304 h 14563"/>
              <a:gd name="T44" fmla="*/ 1999 w 3544"/>
              <a:gd name="T45" fmla="*/ 9150 h 145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3544" h="14563">
                <a:moveTo>
                  <a:pt x="1999" y="9150"/>
                </a:moveTo>
                <a:lnTo>
                  <a:pt x="1999" y="12306"/>
                </a:lnTo>
                <a:cubicBezTo>
                  <a:pt x="1999" y="12867"/>
                  <a:pt x="2117" y="13306"/>
                  <a:pt x="2353" y="13628"/>
                </a:cubicBezTo>
                <a:cubicBezTo>
                  <a:pt x="2590" y="13950"/>
                  <a:pt x="2986" y="14112"/>
                  <a:pt x="3544" y="14112"/>
                </a:cubicBezTo>
                <a:lnTo>
                  <a:pt x="3544" y="14563"/>
                </a:lnTo>
                <a:cubicBezTo>
                  <a:pt x="2815" y="14563"/>
                  <a:pt x="2276" y="14379"/>
                  <a:pt x="1933" y="14016"/>
                </a:cubicBezTo>
                <a:cubicBezTo>
                  <a:pt x="1589" y="13650"/>
                  <a:pt x="1419" y="12993"/>
                  <a:pt x="1419" y="12050"/>
                </a:cubicBezTo>
                <a:lnTo>
                  <a:pt x="1419" y="9279"/>
                </a:lnTo>
                <a:cubicBezTo>
                  <a:pt x="1419" y="8762"/>
                  <a:pt x="1333" y="8344"/>
                  <a:pt x="1160" y="8022"/>
                </a:cubicBezTo>
                <a:cubicBezTo>
                  <a:pt x="990" y="7701"/>
                  <a:pt x="602" y="7516"/>
                  <a:pt x="0" y="7475"/>
                </a:cubicBezTo>
                <a:lnTo>
                  <a:pt x="0" y="7088"/>
                </a:lnTo>
                <a:cubicBezTo>
                  <a:pt x="558" y="7002"/>
                  <a:pt x="935" y="6829"/>
                  <a:pt x="1127" y="6571"/>
                </a:cubicBezTo>
                <a:cubicBezTo>
                  <a:pt x="1322" y="6315"/>
                  <a:pt x="1419" y="5883"/>
                  <a:pt x="1419" y="5284"/>
                </a:cubicBezTo>
                <a:lnTo>
                  <a:pt x="1419" y="2513"/>
                </a:lnTo>
                <a:cubicBezTo>
                  <a:pt x="1419" y="1567"/>
                  <a:pt x="1589" y="913"/>
                  <a:pt x="1933" y="547"/>
                </a:cubicBezTo>
                <a:cubicBezTo>
                  <a:pt x="2276" y="181"/>
                  <a:pt x="2815" y="0"/>
                  <a:pt x="3544" y="0"/>
                </a:cubicBezTo>
                <a:lnTo>
                  <a:pt x="3544" y="451"/>
                </a:lnTo>
                <a:cubicBezTo>
                  <a:pt x="2986" y="451"/>
                  <a:pt x="2590" y="602"/>
                  <a:pt x="2353" y="902"/>
                </a:cubicBezTo>
                <a:cubicBezTo>
                  <a:pt x="2117" y="1201"/>
                  <a:pt x="1999" y="1652"/>
                  <a:pt x="1999" y="2254"/>
                </a:cubicBezTo>
                <a:lnTo>
                  <a:pt x="1999" y="5413"/>
                </a:lnTo>
                <a:cubicBezTo>
                  <a:pt x="1999" y="6265"/>
                  <a:pt x="1592" y="7275"/>
                  <a:pt x="580" y="7275"/>
                </a:cubicBezTo>
                <a:lnTo>
                  <a:pt x="580" y="7304"/>
                </a:lnTo>
                <a:cubicBezTo>
                  <a:pt x="1565" y="7304"/>
                  <a:pt x="1999" y="8309"/>
                  <a:pt x="1999" y="915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5" name="圆角矩形 24"/>
          <p:cNvSpPr/>
          <p:nvPr/>
        </p:nvSpPr>
        <p:spPr>
          <a:xfrm>
            <a:off x="3559080" y="2197093"/>
            <a:ext cx="4119012" cy="45168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圆角矩形 25"/>
          <p:cNvSpPr/>
          <p:nvPr/>
        </p:nvSpPr>
        <p:spPr>
          <a:xfrm>
            <a:off x="3559080" y="2931487"/>
            <a:ext cx="4119012" cy="45168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圆角矩形 26"/>
          <p:cNvSpPr/>
          <p:nvPr/>
        </p:nvSpPr>
        <p:spPr>
          <a:xfrm>
            <a:off x="3559080" y="3665880"/>
            <a:ext cx="4119012" cy="45168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TextBox 27"/>
          <p:cNvSpPr txBox="1"/>
          <p:nvPr/>
        </p:nvSpPr>
        <p:spPr>
          <a:xfrm>
            <a:off x="3877592" y="1610763"/>
            <a:ext cx="3456384" cy="1663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300"/>
              </a:lnSpc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200" dirty="0" smtClean="0">
                <a:solidFill>
                  <a:schemeClr val="bg1"/>
                </a:solidFill>
              </a:rPr>
              <a:t>一，条目根据您的需求请酌情增减。</a:t>
            </a:r>
            <a:endParaRPr lang="en-US" altLang="zh-CN" sz="1200" dirty="0">
              <a:solidFill>
                <a:schemeClr val="bg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877592" y="2339579"/>
            <a:ext cx="3456384" cy="1663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300"/>
              </a:lnSpc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200" dirty="0">
                <a:solidFill>
                  <a:schemeClr val="bg1"/>
                </a:solidFill>
              </a:rPr>
              <a:t>二</a:t>
            </a:r>
            <a:r>
              <a:rPr lang="zh-CN" altLang="en-US" sz="1200" dirty="0" smtClean="0">
                <a:solidFill>
                  <a:schemeClr val="bg1"/>
                </a:solidFill>
              </a:rPr>
              <a:t>，条目根据您的需求请酌情增减。</a:t>
            </a:r>
            <a:endParaRPr lang="en-US" altLang="zh-CN" sz="1200" dirty="0">
              <a:solidFill>
                <a:schemeClr val="bg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877592" y="3073973"/>
            <a:ext cx="3456384" cy="1663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300"/>
              </a:lnSpc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200" dirty="0" smtClean="0">
                <a:solidFill>
                  <a:schemeClr val="bg1"/>
                </a:solidFill>
              </a:rPr>
              <a:t>三，条目根据您的需求请酌情增减。</a:t>
            </a:r>
            <a:endParaRPr lang="en-US" altLang="zh-CN" sz="1200" dirty="0">
              <a:solidFill>
                <a:schemeClr val="bg1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877592" y="3808366"/>
            <a:ext cx="3456384" cy="1663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300"/>
              </a:lnSpc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200" dirty="0" smtClean="0">
                <a:solidFill>
                  <a:schemeClr val="bg1"/>
                </a:solidFill>
              </a:rPr>
              <a:t>四，条目根据您的需求请酌情增减。</a:t>
            </a:r>
            <a:endParaRPr lang="en-US" altLang="zh-CN" sz="1200" dirty="0">
              <a:solidFill>
                <a:schemeClr val="bg1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39210" y="2540"/>
            <a:ext cx="5304790" cy="1026160"/>
          </a:xfrm>
          <a:prstGeom prst="rect">
            <a:avLst/>
          </a:prstGeom>
        </p:spPr>
      </p:pic>
    </p:spTree>
  </p:cSld>
  <p:clrMapOvr>
    <a:masterClrMapping/>
  </p:clrMapOvr>
  <p:transition spd="slow" advClick="0" advTm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6" presetClass="entr" presetSubtype="2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0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bldLvl="0" animBg="1"/>
      <p:bldP spid="21" grpId="0" bldLvl="0" animBg="1"/>
      <p:bldP spid="22" grpId="0"/>
      <p:bldP spid="23" grpId="0" bldLvl="0" animBg="1"/>
      <p:bldP spid="24" grpId="0" bldLvl="0" animBg="1"/>
      <p:bldP spid="25" grpId="0" bldLvl="0" animBg="1"/>
      <p:bldP spid="26" grpId="0" bldLvl="0" animBg="1"/>
      <p:bldP spid="27" grpId="0" bldLvl="0" animBg="1"/>
      <p:bldP spid="28" grpId="0"/>
      <p:bldP spid="29" grpId="0"/>
      <p:bldP spid="30" grpId="0"/>
      <p:bldP spid="31" grpId="0"/>
    </p:bldLst>
  </p:timing>
</p:sld>
</file>

<file path=ppt/tags/tag1.xml><?xml version="1.0" encoding="utf-8"?>
<p:tagLst xmlns:p="http://schemas.openxmlformats.org/presentationml/2006/main">
  <p:tag name="ISPRING_PRESENTATION_TITLE" val="PowerPoint 演示文稿"/>
</p:tagLst>
</file>

<file path=ppt/theme/theme1.xml><?xml version="1.0" encoding="utf-8"?>
<a:theme xmlns:a="http://schemas.openxmlformats.org/drawingml/2006/main" name="A000120140530A99PPBG">
  <a:themeElements>
    <a:clrScheme name="自定义 95">
      <a:dk1>
        <a:sysClr val="windowText" lastClr="000000"/>
      </a:dk1>
      <a:lt1>
        <a:sysClr val="window" lastClr="FFFFFF"/>
      </a:lt1>
      <a:dk2>
        <a:srgbClr val="3F3F3F"/>
      </a:dk2>
      <a:lt2>
        <a:srgbClr val="E3DED1"/>
      </a:lt2>
      <a:accent1>
        <a:srgbClr val="071F65"/>
      </a:accent1>
      <a:accent2>
        <a:srgbClr val="7F7F7F"/>
      </a:accent2>
      <a:accent3>
        <a:srgbClr val="414456"/>
      </a:accent3>
      <a:accent4>
        <a:srgbClr val="444455"/>
      </a:accent4>
      <a:accent5>
        <a:srgbClr val="444455"/>
      </a:accent5>
      <a:accent6>
        <a:srgbClr val="7F7F7F"/>
      </a:accent6>
      <a:hlink>
        <a:srgbClr val="002060"/>
      </a:hlink>
      <a:folHlink>
        <a:srgbClr val="B26B02"/>
      </a:folHlink>
    </a:clrScheme>
    <a:fontScheme name="自定义 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A000120140627A33KPBG</Template>
  <TotalTime>0</TotalTime>
  <Words>993</Words>
  <Application>WPS 演示</Application>
  <PresentationFormat>On-screen Show (16:9)</PresentationFormat>
  <Paragraphs>88</Paragraphs>
  <Slides>5</Slides>
  <Notes>39</Notes>
  <HiddenSlides>0</HiddenSlides>
  <MMClips>1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21" baseType="lpstr">
      <vt:lpstr>Arial</vt:lpstr>
      <vt:lpstr>宋体</vt:lpstr>
      <vt:lpstr>Wingdings</vt:lpstr>
      <vt:lpstr>微软雅黑</vt:lpstr>
      <vt:lpstr>Arial Black</vt:lpstr>
      <vt:lpstr>Wingdings 2</vt:lpstr>
      <vt:lpstr>Wingdings</vt:lpstr>
      <vt:lpstr>幼圆</vt:lpstr>
      <vt:lpstr>Calibri</vt:lpstr>
      <vt:lpstr>Calibri</vt:lpstr>
      <vt:lpstr>Agency FB</vt:lpstr>
      <vt:lpstr>Trebuchet MS</vt:lpstr>
      <vt:lpstr>Times New Roman</vt:lpstr>
      <vt:lpstr>Swiss911 UCm BT</vt:lpstr>
      <vt:lpstr>Impact</vt:lpstr>
      <vt:lpstr>A000120140530A99PPBG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阿斌哥</cp:lastModifiedBy>
  <cp:revision>11</cp:revision>
  <dcterms:created xsi:type="dcterms:W3CDTF">2022-02-18T23:59:00Z</dcterms:created>
  <dcterms:modified xsi:type="dcterms:W3CDTF">2026-01-21T00:19:04Z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5BA3F6AB1EA94652A0A33DB50B4D9744</vt:lpwstr>
  </property>
  <property fmtid="{D5CDD505-2E9C-101B-9397-08002B2CF9AE}" pid="3" name="KSOProductBuildVer">
    <vt:lpwstr>2052-12.1.0.24657</vt:lpwstr>
  </property>
</Properties>
</file>
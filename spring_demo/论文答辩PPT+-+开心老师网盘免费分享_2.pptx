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479" r:id="rId3"/>
    <p:sldId id="275" r:id="rId5"/>
    <p:sldId id="388" r:id="rId6"/>
    <p:sldId id="424" r:id="rId7"/>
    <p:sldId id="389" r:id="rId8"/>
  </p:sldIdLst>
  <p:sldSz cx="9144000" cy="5143500" type="screen16x9"/>
  <p:notesSz cx="6858000" cy="9144000"/>
  <p:custDataLst>
    <p:tags r:id="rId13"/>
  </p:custDataLst>
  <p:defaultTextStyle>
    <a:defPPr>
      <a:defRPr lang="zh-CN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637" userDrawn="1">
          <p15:clr>
            <a:srgbClr val="A4A3A4"/>
          </p15:clr>
        </p15:guide>
        <p15:guide id="4" orient="horz" pos="680" userDrawn="1">
          <p15:clr>
            <a:srgbClr val="A4A3A4"/>
          </p15:clr>
        </p15:guide>
        <p15:guide id="5" orient="horz" pos="2927" userDrawn="1">
          <p15:clr>
            <a:srgbClr val="A4A3A4"/>
          </p15:clr>
        </p15:guide>
        <p15:guide id="6" pos="2881" userDrawn="1">
          <p15:clr>
            <a:srgbClr val="A4A3A4"/>
          </p15:clr>
        </p15:guide>
        <p15:guide id="7" pos="340" userDrawn="1">
          <p15:clr>
            <a:srgbClr val="A4A3A4"/>
          </p15:clr>
        </p15:guide>
        <p15:guide id="8" pos="53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C8E3"/>
    <a:srgbClr val="C0E499"/>
    <a:srgbClr val="F39700"/>
    <a:srgbClr val="909090"/>
    <a:srgbClr val="454545"/>
    <a:srgbClr val="FF8607"/>
    <a:srgbClr val="282828"/>
    <a:srgbClr val="071F65"/>
    <a:srgbClr val="006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7" autoAdjust="0"/>
    <p:restoredTop sz="95494" autoAdjust="0"/>
  </p:normalViewPr>
  <p:slideViewPr>
    <p:cSldViewPr snapToGrid="0" snapToObjects="1">
      <p:cViewPr varScale="1">
        <p:scale>
          <a:sx n="90" d="100"/>
          <a:sy n="90" d="100"/>
        </p:scale>
        <p:origin x="678" y="84"/>
      </p:cViewPr>
      <p:guideLst>
        <p:guide orient="horz" pos="2160"/>
        <p:guide pos="3840"/>
        <p:guide orient="horz" pos="1637"/>
        <p:guide orient="horz" pos="680"/>
        <p:guide orient="horz" pos="2927"/>
        <p:guide pos="2881"/>
        <p:guide pos="340"/>
        <p:guide pos="53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18F8A-74B5-9148-A891-627592061A3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768D9-5829-CA4C-800C-5932EF9830F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6ACD6-F780-4A47-B5D9-D292A4BD6F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136860" y="4786900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 advClick="0" advTm="0">
    <p:wipe/>
  </p:transition>
  <p:timing>
    <p:tnLst>
      <p:par>
        <p:cTn id="1" dur="indefinite" restart="never" nodeType="tmRoot"/>
      </p:par>
    </p:tnLst>
  </p:timing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67970" indent="-267970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15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267970" indent="-267970" algn="just" defTabSz="685800" rtl="0" eaLnBrk="1" latinLnBrk="0" hangingPunct="1">
        <a:lnSpc>
          <a:spcPct val="130000"/>
        </a:lnSpc>
        <a:spcBef>
          <a:spcPts val="0"/>
        </a:spcBef>
        <a:spcAft>
          <a:spcPts val="45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2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梯形 34"/>
          <p:cNvSpPr/>
          <p:nvPr/>
        </p:nvSpPr>
        <p:spPr>
          <a:xfrm rot="16200000">
            <a:off x="5584648" y="-338488"/>
            <a:ext cx="1718803" cy="5399903"/>
          </a:xfrm>
          <a:prstGeom prst="trapezoid">
            <a:avLst>
              <a:gd name="adj" fmla="val 16935"/>
            </a:avLst>
          </a:prstGeom>
          <a:solidFill>
            <a:srgbClr val="071F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37" name="梯形 36"/>
          <p:cNvSpPr/>
          <p:nvPr/>
        </p:nvSpPr>
        <p:spPr>
          <a:xfrm rot="5400000">
            <a:off x="998730" y="477602"/>
            <a:ext cx="1758050" cy="3755509"/>
          </a:xfrm>
          <a:prstGeom prst="trapezoid">
            <a:avLst>
              <a:gd name="adj" fmla="val 17865"/>
            </a:avLst>
          </a:pr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26" name="文本框 1"/>
          <p:cNvSpPr txBox="1"/>
          <p:nvPr/>
        </p:nvSpPr>
        <p:spPr>
          <a:xfrm>
            <a:off x="2796809" y="1334898"/>
            <a:ext cx="946413" cy="39241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2100" dirty="0">
                <a:solidFill>
                  <a:srgbClr val="071F65"/>
                </a:solidFill>
                <a:latin typeface="+mj-ea"/>
                <a:ea typeface="+mj-ea"/>
              </a:rPr>
              <a:t>过渡页</a:t>
            </a:r>
            <a:endParaRPr lang="zh-CN" altLang="en-US" sz="2100" dirty="0">
              <a:solidFill>
                <a:srgbClr val="071F65"/>
              </a:solidFill>
              <a:latin typeface="+mj-ea"/>
              <a:ea typeface="+mj-ea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2796809" y="1917123"/>
            <a:ext cx="872675" cy="900246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en-US" altLang="zh-CN" b="1" dirty="0" smtClean="0">
                <a:solidFill>
                  <a:schemeClr val="bg1"/>
                </a:solidFill>
              </a:rPr>
              <a:t>Part</a:t>
            </a:r>
            <a:r>
              <a:rPr lang="en-US" altLang="zh-CN" sz="5400" b="1" dirty="0">
                <a:solidFill>
                  <a:schemeClr val="bg1"/>
                </a:solidFill>
              </a:rPr>
              <a:t>1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38598" y="2056133"/>
            <a:ext cx="1965960" cy="622300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</a:rPr>
              <a:t>目的意义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grpSp>
        <p:nvGrpSpPr>
          <p:cNvPr id="31" name="组合 30"/>
          <p:cNvGrpSpPr/>
          <p:nvPr/>
        </p:nvGrpSpPr>
        <p:grpSpPr>
          <a:xfrm rot="0">
            <a:off x="6629400" y="1881505"/>
            <a:ext cx="2235200" cy="901735"/>
            <a:chOff x="9140243" y="2649839"/>
            <a:chExt cx="1965983" cy="1180775"/>
          </a:xfrm>
        </p:grpSpPr>
        <p:sp>
          <p:nvSpPr>
            <p:cNvPr id="32" name="矩形 31"/>
            <p:cNvSpPr/>
            <p:nvPr/>
          </p:nvSpPr>
          <p:spPr>
            <a:xfrm>
              <a:off x="9140243" y="2649839"/>
              <a:ext cx="1965983" cy="4016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kumimoji="1" lang="en-US" altLang="zh-CN" dirty="0" smtClean="0">
                  <a:solidFill>
                    <a:schemeClr val="bg1"/>
                  </a:solidFill>
                </a:rPr>
                <a:t>1-1 </a:t>
              </a:r>
              <a:r>
                <a:rPr kumimoji="1" lang="zh-CN" altLang="en-US" dirty="0" smtClean="0">
                  <a:solidFill>
                    <a:schemeClr val="bg1"/>
                  </a:solidFill>
                </a:rPr>
                <a:t>选题背景</a:t>
              </a:r>
              <a:r>
                <a:rPr kumimoji="1" lang="en-US" altLang="zh-CN" dirty="0" smtClean="0">
                  <a:solidFill>
                    <a:schemeClr val="bg1"/>
                  </a:solidFill>
                </a:rPr>
                <a:t>  </a:t>
              </a:r>
              <a:r>
                <a:rPr kumimoji="1" lang="zh-CN" altLang="en-US" dirty="0" smtClean="0">
                  <a:solidFill>
                    <a:srgbClr val="002060"/>
                  </a:solidFill>
                  <a:highlight>
                    <a:srgbClr val="FFFF00"/>
                  </a:highlight>
                </a:rPr>
                <a:t>（可省略）</a:t>
              </a:r>
              <a:endParaRPr kumimoji="1" lang="zh-CN" altLang="en-US" dirty="0" smtClean="0">
                <a:solidFill>
                  <a:srgbClr val="002060"/>
                </a:solidFill>
                <a:highlight>
                  <a:srgbClr val="FFFF00"/>
                </a:highlight>
                <a:sym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9140243" y="3037021"/>
              <a:ext cx="1601046" cy="4016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</a:rPr>
                <a:t>1-2 </a:t>
              </a:r>
              <a:r>
                <a:rPr lang="zh-CN" altLang="en-US" dirty="0" smtClean="0">
                  <a:solidFill>
                    <a:schemeClr val="bg1"/>
                  </a:solidFill>
                </a:rPr>
                <a:t>研究目的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9140243" y="3429000"/>
              <a:ext cx="1601046" cy="4016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en-US" altLang="zh-CN" dirty="0" smtClean="0">
                  <a:solidFill>
                    <a:schemeClr val="bg1"/>
                  </a:solidFill>
                </a:rPr>
                <a:t>1-3 </a:t>
              </a:r>
              <a:r>
                <a:rPr kumimoji="1" lang="zh-CN" altLang="en-US" dirty="0" smtClean="0">
                  <a:solidFill>
                    <a:schemeClr val="bg1"/>
                  </a:solidFill>
                </a:rPr>
                <a:t>研究意义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0">
        <p14:prism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26" grpId="0"/>
      <p:bldP spid="27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组合 78"/>
          <p:cNvGrpSpPr/>
          <p:nvPr/>
        </p:nvGrpSpPr>
        <p:grpSpPr>
          <a:xfrm>
            <a:off x="3312778" y="2659146"/>
            <a:ext cx="1958931" cy="1871909"/>
            <a:chOff x="3065829" y="2668267"/>
            <a:chExt cx="1872107" cy="1761728"/>
          </a:xfrm>
        </p:grpSpPr>
        <p:sp>
          <p:nvSpPr>
            <p:cNvPr id="80" name="椭圆 79"/>
            <p:cNvSpPr/>
            <p:nvPr/>
          </p:nvSpPr>
          <p:spPr>
            <a:xfrm>
              <a:off x="3115072" y="2668267"/>
              <a:ext cx="1761728" cy="176172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4442509" y="276113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2" name="椭圆 81"/>
            <p:cNvSpPr/>
            <p:nvPr/>
          </p:nvSpPr>
          <p:spPr>
            <a:xfrm>
              <a:off x="3439209" y="276113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3" name="椭圆 82"/>
            <p:cNvSpPr/>
            <p:nvPr/>
          </p:nvSpPr>
          <p:spPr>
            <a:xfrm>
              <a:off x="3065829" y="349265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4" name="椭圆 83"/>
            <p:cNvSpPr/>
            <p:nvPr/>
          </p:nvSpPr>
          <p:spPr>
            <a:xfrm>
              <a:off x="4818429" y="349265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>
              <a:off x="4442509" y="422417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3439209" y="4201315"/>
              <a:ext cx="119507" cy="1195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3269293" y="2943616"/>
              <a:ext cx="1465545" cy="1202499"/>
              <a:chOff x="3269293" y="2943616"/>
              <a:chExt cx="1465545" cy="1202499"/>
            </a:xfrm>
          </p:grpSpPr>
          <p:sp>
            <p:nvSpPr>
              <p:cNvPr id="88" name="任意多边形 87"/>
              <p:cNvSpPr/>
              <p:nvPr/>
            </p:nvSpPr>
            <p:spPr>
              <a:xfrm>
                <a:off x="4008329" y="2956142"/>
                <a:ext cx="425885" cy="588724"/>
              </a:xfrm>
              <a:custGeom>
                <a:avLst/>
                <a:gdLst>
                  <a:gd name="connsiteX0" fmla="*/ 0 w 425885"/>
                  <a:gd name="connsiteY0" fmla="*/ 588724 h 588724"/>
                  <a:gd name="connsiteX1" fmla="*/ 425885 w 425885"/>
                  <a:gd name="connsiteY1" fmla="*/ 0 h 588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25885" h="588724">
                    <a:moveTo>
                      <a:pt x="0" y="588724"/>
                    </a:moveTo>
                    <a:lnTo>
                      <a:pt x="425885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任意多边形 88"/>
              <p:cNvSpPr/>
              <p:nvPr/>
            </p:nvSpPr>
            <p:spPr>
              <a:xfrm>
                <a:off x="3995803" y="3544866"/>
                <a:ext cx="739035" cy="0"/>
              </a:xfrm>
              <a:custGeom>
                <a:avLst/>
                <a:gdLst>
                  <a:gd name="connsiteX0" fmla="*/ 0 w 739035"/>
                  <a:gd name="connsiteY0" fmla="*/ 0 h 0"/>
                  <a:gd name="connsiteX1" fmla="*/ 739035 w 739035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9035">
                    <a:moveTo>
                      <a:pt x="0" y="0"/>
                    </a:moveTo>
                    <a:lnTo>
                      <a:pt x="739035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任意多边形 89"/>
              <p:cNvSpPr/>
              <p:nvPr/>
            </p:nvSpPr>
            <p:spPr>
              <a:xfrm>
                <a:off x="3594970" y="2943616"/>
                <a:ext cx="413359" cy="588724"/>
              </a:xfrm>
              <a:custGeom>
                <a:avLst/>
                <a:gdLst>
                  <a:gd name="connsiteX0" fmla="*/ 413359 w 413359"/>
                  <a:gd name="connsiteY0" fmla="*/ 588724 h 588724"/>
                  <a:gd name="connsiteX1" fmla="*/ 0 w 413359"/>
                  <a:gd name="connsiteY1" fmla="*/ 0 h 588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3359" h="588724">
                    <a:moveTo>
                      <a:pt x="413359" y="588724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任意多边形 90"/>
              <p:cNvSpPr/>
              <p:nvPr/>
            </p:nvSpPr>
            <p:spPr>
              <a:xfrm>
                <a:off x="3269293" y="3557392"/>
                <a:ext cx="726510" cy="0"/>
              </a:xfrm>
              <a:custGeom>
                <a:avLst/>
                <a:gdLst>
                  <a:gd name="connsiteX0" fmla="*/ 726510 w 726510"/>
                  <a:gd name="connsiteY0" fmla="*/ 0 h 0"/>
                  <a:gd name="connsiteX1" fmla="*/ 0 w 72651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6510">
                    <a:moveTo>
                      <a:pt x="72651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>
                <a:off x="3582444" y="3569918"/>
                <a:ext cx="425885" cy="576197"/>
              </a:xfrm>
              <a:custGeom>
                <a:avLst/>
                <a:gdLst>
                  <a:gd name="connsiteX0" fmla="*/ 425885 w 425885"/>
                  <a:gd name="connsiteY0" fmla="*/ 0 h 576197"/>
                  <a:gd name="connsiteX1" fmla="*/ 0 w 425885"/>
                  <a:gd name="connsiteY1" fmla="*/ 576197 h 57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25885" h="576197">
                    <a:moveTo>
                      <a:pt x="425885" y="0"/>
                    </a:moveTo>
                    <a:lnTo>
                      <a:pt x="0" y="576197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任意多边形 92"/>
              <p:cNvSpPr/>
              <p:nvPr/>
            </p:nvSpPr>
            <p:spPr>
              <a:xfrm>
                <a:off x="4020855" y="3569918"/>
                <a:ext cx="388307" cy="576197"/>
              </a:xfrm>
              <a:custGeom>
                <a:avLst/>
                <a:gdLst>
                  <a:gd name="connsiteX0" fmla="*/ 0 w 388307"/>
                  <a:gd name="connsiteY0" fmla="*/ 0 h 576197"/>
                  <a:gd name="connsiteX1" fmla="*/ 388307 w 388307"/>
                  <a:gd name="connsiteY1" fmla="*/ 576197 h 57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8307" h="576197">
                    <a:moveTo>
                      <a:pt x="0" y="0"/>
                    </a:moveTo>
                    <a:lnTo>
                      <a:pt x="388307" y="576197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4" name="组合 93"/>
          <p:cNvGrpSpPr/>
          <p:nvPr/>
        </p:nvGrpSpPr>
        <p:grpSpPr>
          <a:xfrm>
            <a:off x="827476" y="948917"/>
            <a:ext cx="7494437" cy="1970555"/>
            <a:chOff x="2954339" y="1279908"/>
            <a:chExt cx="7162269" cy="1854570"/>
          </a:xfrm>
        </p:grpSpPr>
        <p:sp>
          <p:nvSpPr>
            <p:cNvPr id="95" name="矩形 94"/>
            <p:cNvSpPr>
              <a:spLocks noChangeArrowheads="1"/>
            </p:cNvSpPr>
            <p:nvPr/>
          </p:nvSpPr>
          <p:spPr bwMode="auto">
            <a:xfrm>
              <a:off x="2954339" y="1694800"/>
              <a:ext cx="7162269" cy="14396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（对应你自己论文的绪论开头部分）</a:t>
              </a:r>
              <a:endParaRPr 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2963100" y="1279908"/>
              <a:ext cx="903001" cy="30299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选题背景</a:t>
              </a:r>
              <a:endParaRPr lang="zh-CN" alt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3796261" y="3097775"/>
            <a:ext cx="979519" cy="994650"/>
            <a:chOff x="3254772" y="2872916"/>
            <a:chExt cx="936104" cy="936104"/>
          </a:xfrm>
          <a:solidFill>
            <a:srgbClr val="444455"/>
          </a:solidFill>
        </p:grpSpPr>
        <p:sp>
          <p:nvSpPr>
            <p:cNvPr id="98" name="椭圆 97"/>
            <p:cNvSpPr/>
            <p:nvPr/>
          </p:nvSpPr>
          <p:spPr>
            <a:xfrm>
              <a:off x="3254772" y="2872916"/>
              <a:ext cx="936104" cy="9361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3469764" y="3187079"/>
              <a:ext cx="599300" cy="30414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</a:t>
              </a:r>
              <a:r>
                <a:rPr lang="en-US" altLang="zh-CN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5576304" y="3085599"/>
            <a:ext cx="2078054" cy="1213801"/>
            <a:chOff x="789157" y="3505487"/>
            <a:chExt cx="1985951" cy="1142357"/>
          </a:xfrm>
        </p:grpSpPr>
        <p:sp>
          <p:nvSpPr>
            <p:cNvPr id="101" name="TextBox 100"/>
            <p:cNvSpPr txBox="1"/>
            <p:nvPr/>
          </p:nvSpPr>
          <p:spPr>
            <a:xfrm>
              <a:off x="789157" y="3505487"/>
              <a:ext cx="911819" cy="3041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812496" y="3800586"/>
              <a:ext cx="1962612" cy="8472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105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1037541" y="3095679"/>
            <a:ext cx="2053633" cy="1203721"/>
            <a:chOff x="891718" y="3514973"/>
            <a:chExt cx="1962612" cy="1132869"/>
          </a:xfrm>
        </p:grpSpPr>
        <p:sp>
          <p:nvSpPr>
            <p:cNvPr id="104" name="TextBox 103"/>
            <p:cNvSpPr txBox="1"/>
            <p:nvPr/>
          </p:nvSpPr>
          <p:spPr>
            <a:xfrm>
              <a:off x="891718" y="3514973"/>
              <a:ext cx="911819" cy="304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891718" y="3800585"/>
              <a:ext cx="1962612" cy="8472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105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476188" y="177842"/>
            <a:ext cx="5142865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</a:rPr>
              <a:t>选题背景</a:t>
            </a:r>
            <a:r>
              <a:rPr lang="en-US" altLang="zh-CN" sz="2400" b="1" dirty="0" smtClean="0">
                <a:solidFill>
                  <a:schemeClr val="accent1"/>
                </a:solidFill>
              </a:rPr>
              <a:t>           </a:t>
            </a:r>
            <a:r>
              <a:rPr lang="zh-CN" altLang="en-US" sz="2400" b="1" dirty="0" smtClean="0">
                <a:solidFill>
                  <a:schemeClr val="accent1"/>
                </a:solidFill>
                <a:highlight>
                  <a:srgbClr val="FFFF00"/>
                </a:highlight>
              </a:rPr>
              <a:t>（时间紧，可省略）</a:t>
            </a:r>
            <a:endParaRPr lang="zh-CN" altLang="en-US" sz="2400" b="1" dirty="0" smtClean="0">
              <a:solidFill>
                <a:schemeClr val="accent1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46"/>
          <p:cNvSpPr>
            <a:spLocks noChangeArrowheads="1"/>
          </p:cNvSpPr>
          <p:nvPr/>
        </p:nvSpPr>
        <p:spPr bwMode="auto">
          <a:xfrm>
            <a:off x="476188" y="177842"/>
            <a:ext cx="1400810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研究目的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6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186413" y="1339450"/>
            <a:ext cx="5763985" cy="348839"/>
            <a:chOff x="3002037" y="1465798"/>
            <a:chExt cx="7067433" cy="369332"/>
          </a:xfrm>
          <a:solidFill>
            <a:schemeClr val="accent2">
              <a:lumMod val="75000"/>
            </a:schemeClr>
          </a:solidFill>
        </p:grpSpPr>
        <p:sp>
          <p:nvSpPr>
            <p:cNvPr id="14" name="矩形 13"/>
            <p:cNvSpPr/>
            <p:nvPr/>
          </p:nvSpPr>
          <p:spPr bwMode="auto">
            <a:xfrm>
              <a:off x="3002037" y="1465798"/>
              <a:ext cx="7067433" cy="36933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33222" y="1474123"/>
              <a:ext cx="5688632" cy="358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F8F8F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单击此处添加标题</a:t>
              </a:r>
              <a:endParaRPr lang="zh-CN" altLang="en-US" sz="1600" dirty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186413" y="3037767"/>
            <a:ext cx="5763985" cy="354849"/>
            <a:chOff x="3002037" y="3922395"/>
            <a:chExt cx="7067433" cy="375695"/>
          </a:xfrm>
          <a:solidFill>
            <a:schemeClr val="accent2">
              <a:lumMod val="75000"/>
            </a:schemeClr>
          </a:solidFill>
        </p:grpSpPr>
        <p:sp>
          <p:nvSpPr>
            <p:cNvPr id="19" name="矩形 18"/>
            <p:cNvSpPr/>
            <p:nvPr/>
          </p:nvSpPr>
          <p:spPr bwMode="auto">
            <a:xfrm>
              <a:off x="3002037" y="3922395"/>
              <a:ext cx="7067433" cy="36933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023808" y="3939647"/>
              <a:ext cx="4085844" cy="358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F8F8F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单击此处添加标题</a:t>
              </a:r>
              <a:endParaRPr lang="zh-CN" altLang="en-US" sz="1600" dirty="0">
                <a:solidFill>
                  <a:srgbClr val="F8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186414" y="1871205"/>
            <a:ext cx="5763984" cy="78944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在此录入上述图表的综合描述说明，在此录入上述图表的综合描述说明您的内容打在这里，或者通过复制您的文本后，在此框中选择粘贴，并选择只保留文字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86414" y="3542293"/>
            <a:ext cx="5763984" cy="78944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在此录入上述图表的综合描述说明，在此录入上述图表的综合描述说明您的内容打在这里，或者通过复制您的文本后，在此框中选择粘贴，并选择只保留文字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等腰三角形 2"/>
          <p:cNvSpPr/>
          <p:nvPr/>
        </p:nvSpPr>
        <p:spPr bwMode="auto">
          <a:xfrm rot="2747878">
            <a:off x="1047362" y="1297087"/>
            <a:ext cx="992271" cy="1148109"/>
          </a:xfrm>
          <a:custGeom>
            <a:avLst/>
            <a:gdLst/>
            <a:ahLst/>
            <a:cxnLst/>
            <a:rect l="l" t="t" r="r" b="b"/>
            <a:pathLst>
              <a:path w="1152128" h="1333073">
                <a:moveTo>
                  <a:pt x="576064" y="0"/>
                </a:moveTo>
                <a:lnTo>
                  <a:pt x="687529" y="192182"/>
                </a:lnTo>
                <a:cubicBezTo>
                  <a:pt x="952381" y="243689"/>
                  <a:pt x="1152128" y="477023"/>
                  <a:pt x="1152128" y="757009"/>
                </a:cubicBezTo>
                <a:cubicBezTo>
                  <a:pt x="1152128" y="1075160"/>
                  <a:pt x="894215" y="1333073"/>
                  <a:pt x="576064" y="1333073"/>
                </a:cubicBezTo>
                <a:cubicBezTo>
                  <a:pt x="257913" y="1333073"/>
                  <a:pt x="0" y="1075160"/>
                  <a:pt x="0" y="757009"/>
                </a:cubicBezTo>
                <a:cubicBezTo>
                  <a:pt x="0" y="477023"/>
                  <a:pt x="199747" y="243689"/>
                  <a:pt x="464599" y="1921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none" lIns="68580" tIns="34290" rIns="68580" bIns="34290" anchor="ctr"/>
          <a:lstStyle/>
          <a:p>
            <a:pPr algn="ctr"/>
            <a:endParaRPr lang="zh-CN" altLang="en-US" sz="1100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63296" y="1738347"/>
            <a:ext cx="643835" cy="369258"/>
          </a:xfrm>
          <a:prstGeom prst="rect">
            <a:avLst/>
          </a:prstGeom>
          <a:noFill/>
          <a:ln>
            <a:noFill/>
          </a:ln>
        </p:spPr>
        <p:txBody>
          <a:bodyPr wrap="none" lIns="68580" tIns="34290" rIns="68580" bIns="34290" anchor="ctr"/>
          <a:lstStyle>
            <a:defPPr>
              <a:defRPr lang="zh-CN"/>
            </a:defPPr>
            <a:lvl1pPr algn="ctr">
              <a:defRPr sz="2000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b="1" dirty="0" smtClean="0"/>
              <a:t>1</a:t>
            </a:r>
            <a:endParaRPr lang="en-US" b="1" dirty="0"/>
          </a:p>
        </p:txBody>
      </p:sp>
      <p:sp>
        <p:nvSpPr>
          <p:cNvPr id="25" name="等腰三角形 2"/>
          <p:cNvSpPr/>
          <p:nvPr/>
        </p:nvSpPr>
        <p:spPr bwMode="auto">
          <a:xfrm rot="3036074">
            <a:off x="1047361" y="3041980"/>
            <a:ext cx="992273" cy="1148112"/>
          </a:xfrm>
          <a:custGeom>
            <a:avLst/>
            <a:gdLst/>
            <a:ahLst/>
            <a:cxnLst/>
            <a:rect l="l" t="t" r="r" b="b"/>
            <a:pathLst>
              <a:path w="1152128" h="1333073">
                <a:moveTo>
                  <a:pt x="576064" y="0"/>
                </a:moveTo>
                <a:lnTo>
                  <a:pt x="687529" y="192182"/>
                </a:lnTo>
                <a:cubicBezTo>
                  <a:pt x="952381" y="243689"/>
                  <a:pt x="1152128" y="477023"/>
                  <a:pt x="1152128" y="757009"/>
                </a:cubicBezTo>
                <a:cubicBezTo>
                  <a:pt x="1152128" y="1075160"/>
                  <a:pt x="894215" y="1333073"/>
                  <a:pt x="576064" y="1333073"/>
                </a:cubicBezTo>
                <a:cubicBezTo>
                  <a:pt x="257913" y="1333073"/>
                  <a:pt x="0" y="1075160"/>
                  <a:pt x="0" y="757009"/>
                </a:cubicBezTo>
                <a:cubicBezTo>
                  <a:pt x="0" y="477023"/>
                  <a:pt x="199747" y="243689"/>
                  <a:pt x="464599" y="1921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none" lIns="68580" tIns="34290" rIns="68580" bIns="34290" anchor="ctr"/>
          <a:lstStyle/>
          <a:p>
            <a:pPr algn="ctr"/>
            <a:endParaRPr lang="zh-CN" altLang="en-US" sz="1100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63629" y="3494186"/>
            <a:ext cx="643835" cy="369258"/>
          </a:xfrm>
          <a:prstGeom prst="rect">
            <a:avLst/>
          </a:prstGeom>
          <a:noFill/>
          <a:ln>
            <a:noFill/>
          </a:ln>
        </p:spPr>
        <p:txBody>
          <a:bodyPr wrap="none" lIns="68580" tIns="34290" rIns="68580" bIns="34290" anchor="ctr"/>
          <a:lstStyle>
            <a:defPPr>
              <a:defRPr lang="zh-CN"/>
            </a:defPPr>
            <a:lvl1pPr algn="ctr">
              <a:defRPr sz="2000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b="1" dirty="0"/>
              <a:t>2</a:t>
            </a:r>
            <a:endParaRPr lang="en-US" altLang="zh-CN" b="1" dirty="0"/>
          </a:p>
        </p:txBody>
      </p: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705" y="426085"/>
            <a:ext cx="6943725" cy="447675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983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5983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3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21" grpId="0"/>
      <p:bldP spid="22" grpId="0"/>
      <p:bldP spid="23" grpId="0" animBg="1"/>
      <p:bldP spid="24" grpId="0"/>
      <p:bldP spid="25" grpId="0" animBg="1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476188" y="177842"/>
            <a:ext cx="1485265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研究意义</a:t>
            </a: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  <a:endParaRPr lang="en-US" altLang="zh-CN" sz="2400" b="1" dirty="0" smtClean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17" name="箭头3"/>
          <p:cNvSpPr/>
          <p:nvPr/>
        </p:nvSpPr>
        <p:spPr bwMode="gray">
          <a:xfrm flipV="1">
            <a:off x="1531850" y="2889667"/>
            <a:ext cx="819764" cy="1140531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62118" tIns="31058" rIns="62118" bIns="31058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90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8" name="箭头2"/>
          <p:cNvSpPr/>
          <p:nvPr/>
        </p:nvSpPr>
        <p:spPr bwMode="gray">
          <a:xfrm rot="16200000">
            <a:off x="1747861" y="2415012"/>
            <a:ext cx="243647" cy="974403"/>
          </a:xfrm>
          <a:custGeom>
            <a:avLst/>
            <a:gdLst>
              <a:gd name="T0" fmla="*/ 37 w 142"/>
              <a:gd name="T1" fmla="*/ 1 h 604"/>
              <a:gd name="T2" fmla="*/ 45 w 142"/>
              <a:gd name="T3" fmla="*/ 472 h 604"/>
              <a:gd name="T4" fmla="*/ 0 w 142"/>
              <a:gd name="T5" fmla="*/ 474 h 604"/>
              <a:gd name="T6" fmla="*/ 72 w 142"/>
              <a:gd name="T7" fmla="*/ 604 h 604"/>
              <a:gd name="T8" fmla="*/ 142 w 142"/>
              <a:gd name="T9" fmla="*/ 474 h 604"/>
              <a:gd name="T10" fmla="*/ 100 w 142"/>
              <a:gd name="T11" fmla="*/ 474 h 604"/>
              <a:gd name="T12" fmla="*/ 99 w 142"/>
              <a:gd name="T13" fmla="*/ 0 h 604"/>
              <a:gd name="T14" fmla="*/ 37 w 142"/>
              <a:gd name="T15" fmla="*/ 1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2" h="604">
                <a:moveTo>
                  <a:pt x="37" y="1"/>
                </a:moveTo>
                <a:lnTo>
                  <a:pt x="45" y="472"/>
                </a:lnTo>
                <a:lnTo>
                  <a:pt x="0" y="474"/>
                </a:lnTo>
                <a:lnTo>
                  <a:pt x="72" y="604"/>
                </a:lnTo>
                <a:lnTo>
                  <a:pt x="142" y="474"/>
                </a:lnTo>
                <a:lnTo>
                  <a:pt x="100" y="474"/>
                </a:lnTo>
                <a:lnTo>
                  <a:pt x="99" y="0"/>
                </a:lnTo>
                <a:lnTo>
                  <a:pt x="37" y="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62118" tIns="31058" rIns="62118" bIns="31058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90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" name="箭头1"/>
          <p:cNvSpPr/>
          <p:nvPr/>
        </p:nvSpPr>
        <p:spPr bwMode="gray">
          <a:xfrm>
            <a:off x="1526579" y="1643759"/>
            <a:ext cx="819764" cy="1321191"/>
          </a:xfrm>
          <a:custGeom>
            <a:avLst/>
            <a:gdLst>
              <a:gd name="T0" fmla="*/ 118 w 933"/>
              <a:gd name="T1" fmla="*/ 1044 h 1182"/>
              <a:gd name="T2" fmla="*/ 128 w 933"/>
              <a:gd name="T3" fmla="*/ 340 h 1182"/>
              <a:gd name="T4" fmla="*/ 264 w 933"/>
              <a:gd name="T5" fmla="*/ 210 h 1182"/>
              <a:gd name="T6" fmla="*/ 720 w 933"/>
              <a:gd name="T7" fmla="*/ 202 h 1182"/>
              <a:gd name="T8" fmla="*/ 720 w 933"/>
              <a:gd name="T9" fmla="*/ 320 h 1182"/>
              <a:gd name="T10" fmla="*/ 933 w 933"/>
              <a:gd name="T11" fmla="*/ 153 h 1182"/>
              <a:gd name="T12" fmla="*/ 712 w 933"/>
              <a:gd name="T13" fmla="*/ 0 h 1182"/>
              <a:gd name="T14" fmla="*/ 714 w 933"/>
              <a:gd name="T15" fmla="*/ 92 h 1182"/>
              <a:gd name="T16" fmla="*/ 234 w 933"/>
              <a:gd name="T17" fmla="*/ 94 h 1182"/>
              <a:gd name="T18" fmla="*/ 0 w 933"/>
              <a:gd name="T19" fmla="*/ 298 h 1182"/>
              <a:gd name="T20" fmla="*/ 0 w 933"/>
              <a:gd name="T21" fmla="*/ 1058 h 1182"/>
              <a:gd name="T22" fmla="*/ 118 w 933"/>
              <a:gd name="T23" fmla="*/ 1044 h 1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lIns="62118" tIns="31058" rIns="62118" bIns="31058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900">
              <a:solidFill>
                <a:sysClr val="windowText" lastClr="00000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0" name="文本1"/>
          <p:cNvSpPr>
            <a:spLocks noChangeArrowheads="1"/>
          </p:cNvSpPr>
          <p:nvPr/>
        </p:nvSpPr>
        <p:spPr bwMode="gray">
          <a:xfrm>
            <a:off x="3378267" y="1352205"/>
            <a:ext cx="4434093" cy="896993"/>
          </a:xfrm>
          <a:prstGeom prst="roundRect">
            <a:avLst>
              <a:gd name="adj" fmla="val 11505"/>
            </a:avLst>
          </a:prstGeom>
          <a:noFill/>
          <a:ln w="15875" cap="flat" cmpd="sng" algn="ctr">
            <a:solidFill>
              <a:schemeClr val="accent1"/>
            </a:solidFill>
            <a:prstDash val="solid"/>
          </a:ln>
          <a:effectLst/>
        </p:spPr>
        <p:txBody>
          <a:bodyPr lIns="62118" tIns="31058" rIns="62118" bIns="31058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您的内容打在这里，或者通过复制您的文本后，在此框中选择粘贴，并选择只保留文字。在此录入上述图表的综合描述说明。</a:t>
            </a:r>
            <a:endParaRPr lang="zh-CN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标题1"/>
          <p:cNvSpPr>
            <a:spLocks noChangeArrowheads="1"/>
          </p:cNvSpPr>
          <p:nvPr/>
        </p:nvSpPr>
        <p:spPr bwMode="gray">
          <a:xfrm>
            <a:off x="2446313" y="1347614"/>
            <a:ext cx="931954" cy="901585"/>
          </a:xfrm>
          <a:prstGeom prst="roundRect">
            <a:avLst>
              <a:gd name="adj" fmla="val 11921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62118" tIns="31058" rIns="62118" bIns="31058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zh-CN" sz="1400" b="1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2"/>
          <p:cNvSpPr>
            <a:spLocks noChangeArrowheads="1"/>
          </p:cNvSpPr>
          <p:nvPr/>
        </p:nvSpPr>
        <p:spPr bwMode="gray">
          <a:xfrm>
            <a:off x="3378267" y="2442238"/>
            <a:ext cx="4434093" cy="894027"/>
          </a:xfrm>
          <a:prstGeom prst="roundRect">
            <a:avLst>
              <a:gd name="adj" fmla="val 11505"/>
            </a:avLst>
          </a:prstGeom>
          <a:noFill/>
          <a:ln w="15875" cap="flat" cmpd="sng" algn="ctr">
            <a:solidFill>
              <a:schemeClr val="accent1"/>
            </a:solidFill>
            <a:prstDash val="solid"/>
          </a:ln>
          <a:effectLst/>
        </p:spPr>
        <p:txBody>
          <a:bodyPr lIns="62118" tIns="31058" rIns="62118" bIns="31058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  <a:endParaRPr lang="zh-CN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标题2"/>
          <p:cNvSpPr>
            <a:spLocks noChangeArrowheads="1"/>
          </p:cNvSpPr>
          <p:nvPr/>
        </p:nvSpPr>
        <p:spPr bwMode="gray">
          <a:xfrm>
            <a:off x="2446313" y="2442238"/>
            <a:ext cx="931955" cy="894027"/>
          </a:xfrm>
          <a:prstGeom prst="roundRect">
            <a:avLst>
              <a:gd name="adj" fmla="val 11921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62118" tIns="31058" rIns="62118" bIns="31058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zh-CN" sz="1400" b="1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3"/>
          <p:cNvSpPr>
            <a:spLocks noChangeArrowheads="1"/>
          </p:cNvSpPr>
          <p:nvPr/>
        </p:nvSpPr>
        <p:spPr bwMode="ltGray">
          <a:xfrm>
            <a:off x="3378267" y="3523042"/>
            <a:ext cx="4434093" cy="886051"/>
          </a:xfrm>
          <a:prstGeom prst="roundRect">
            <a:avLst>
              <a:gd name="adj" fmla="val 11505"/>
            </a:avLst>
          </a:prstGeom>
          <a:noFill/>
          <a:ln w="15875" cap="flat" cmpd="sng" algn="ctr">
            <a:solidFill>
              <a:schemeClr val="accent1"/>
            </a:solidFill>
            <a:prstDash val="solid"/>
          </a:ln>
          <a:effectLst/>
        </p:spPr>
        <p:txBody>
          <a:bodyPr lIns="62118" tIns="31058" rIns="62118" bIns="31058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您的内容打在这里，或者通过复制您的文本后，在此框中选择粘贴，并选择只保留文字。在此录入上述图表的综合描述说明。</a:t>
            </a:r>
            <a:endParaRPr lang="zh-CN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标题3"/>
          <p:cNvSpPr>
            <a:spLocks noChangeArrowheads="1"/>
          </p:cNvSpPr>
          <p:nvPr/>
        </p:nvSpPr>
        <p:spPr bwMode="gray">
          <a:xfrm>
            <a:off x="2446313" y="3523042"/>
            <a:ext cx="931954" cy="886051"/>
          </a:xfrm>
          <a:prstGeom prst="roundRect">
            <a:avLst>
              <a:gd name="adj" fmla="val 11921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62118" tIns="31058" rIns="62118" bIns="31058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zh-CN" sz="1400" b="1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Oval 19"/>
          <p:cNvSpPr>
            <a:spLocks noChangeArrowheads="1"/>
          </p:cNvSpPr>
          <p:nvPr/>
        </p:nvSpPr>
        <p:spPr bwMode="auto">
          <a:xfrm>
            <a:off x="1111928" y="2442238"/>
            <a:ext cx="892911" cy="894027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</a:ln>
          <a:effectLst/>
        </p:spPr>
        <p:txBody>
          <a:bodyPr lIns="62118" tIns="31058" rIns="62118" bIns="31058" anchor="ctr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900" b="1" kern="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研究意义</a:t>
            </a:r>
            <a:endParaRPr lang="zh-CN" altLang="en-US" sz="1900" b="1" kern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837322" y="1940482"/>
            <a:ext cx="6561653" cy="736045"/>
            <a:chOff x="1898189" y="2451347"/>
            <a:chExt cx="7463076" cy="1052209"/>
          </a:xfrm>
        </p:grpSpPr>
        <p:sp>
          <p:nvSpPr>
            <p:cNvPr id="7" name="圆角矩形 6"/>
            <p:cNvSpPr/>
            <p:nvPr/>
          </p:nvSpPr>
          <p:spPr>
            <a:xfrm>
              <a:off x="1898189" y="2451347"/>
              <a:ext cx="7463076" cy="1052209"/>
            </a:xfrm>
            <a:prstGeom prst="roundRect">
              <a:avLst>
                <a:gd name="adj" fmla="val 1189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2" name="文本框 31"/>
            <p:cNvSpPr txBox="1"/>
            <p:nvPr/>
          </p:nvSpPr>
          <p:spPr>
            <a:xfrm>
              <a:off x="2028002" y="2561954"/>
              <a:ext cx="6177737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342900"/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</a:t>
              </a:r>
              <a:r>
                <a:rPr lang="zh-CN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，在此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框中选择粘贴，并选择只保留文字。</a:t>
              </a:r>
              <a:endPara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307743" y="2922145"/>
            <a:ext cx="6561653" cy="736045"/>
            <a:chOff x="2525417" y="3853299"/>
            <a:chExt cx="7463076" cy="1052209"/>
          </a:xfrm>
        </p:grpSpPr>
        <p:sp>
          <p:nvSpPr>
            <p:cNvPr id="36" name="圆角矩形 35"/>
            <p:cNvSpPr/>
            <p:nvPr/>
          </p:nvSpPr>
          <p:spPr>
            <a:xfrm>
              <a:off x="2525417" y="3853299"/>
              <a:ext cx="7463076" cy="1052209"/>
            </a:xfrm>
            <a:prstGeom prst="roundRect">
              <a:avLst>
                <a:gd name="adj" fmla="val 1189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3" name="文本框 32"/>
            <p:cNvSpPr txBox="1"/>
            <p:nvPr/>
          </p:nvSpPr>
          <p:spPr>
            <a:xfrm>
              <a:off x="2682460" y="3976855"/>
              <a:ext cx="615252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342900"/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</a:t>
              </a:r>
              <a:r>
                <a:rPr lang="zh-CN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，在此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框中选择粘贴，并选择只保留文字。</a:t>
              </a:r>
              <a:endPara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750124" y="3905431"/>
            <a:ext cx="6561653" cy="736045"/>
            <a:chOff x="3115259" y="5248106"/>
            <a:chExt cx="7463076" cy="1052209"/>
          </a:xfrm>
        </p:grpSpPr>
        <p:sp>
          <p:nvSpPr>
            <p:cNvPr id="37" name="圆角矩形 36"/>
            <p:cNvSpPr/>
            <p:nvPr/>
          </p:nvSpPr>
          <p:spPr>
            <a:xfrm>
              <a:off x="3115259" y="5248106"/>
              <a:ext cx="7463076" cy="1052209"/>
            </a:xfrm>
            <a:prstGeom prst="roundRect">
              <a:avLst>
                <a:gd name="adj" fmla="val 1189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4" name="文本框 33"/>
            <p:cNvSpPr txBox="1"/>
            <p:nvPr/>
          </p:nvSpPr>
          <p:spPr>
            <a:xfrm>
              <a:off x="3206879" y="5394066"/>
              <a:ext cx="724328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342900"/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96989" y="1153357"/>
            <a:ext cx="7540098" cy="554793"/>
            <a:chOff x="790009" y="1062617"/>
            <a:chExt cx="7540098" cy="554793"/>
          </a:xfrm>
        </p:grpSpPr>
        <p:grpSp>
          <p:nvGrpSpPr>
            <p:cNvPr id="2" name="组合 1"/>
            <p:cNvGrpSpPr/>
            <p:nvPr/>
          </p:nvGrpSpPr>
          <p:grpSpPr>
            <a:xfrm>
              <a:off x="790009" y="1062617"/>
              <a:ext cx="7540098" cy="554793"/>
              <a:chOff x="1053345" y="1373137"/>
              <a:chExt cx="10053464" cy="914033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1053345" y="1373137"/>
                <a:ext cx="7917056" cy="914033"/>
                <a:chOff x="611187" y="1307273"/>
                <a:chExt cx="7917056" cy="914033"/>
              </a:xfrm>
            </p:grpSpPr>
            <p:sp>
              <p:nvSpPr>
                <p:cNvPr id="16" name="任意多边形 15"/>
                <p:cNvSpPr/>
                <p:nvPr/>
              </p:nvSpPr>
              <p:spPr>
                <a:xfrm>
                  <a:off x="611187" y="1307273"/>
                  <a:ext cx="1523389" cy="914033"/>
                </a:xfrm>
                <a:custGeom>
                  <a:avLst/>
                  <a:gdLst>
                    <a:gd name="connsiteX0" fmla="*/ 0 w 1171277"/>
                    <a:gd name="connsiteY0" fmla="*/ 70277 h 702766"/>
                    <a:gd name="connsiteX1" fmla="*/ 70277 w 1171277"/>
                    <a:gd name="connsiteY1" fmla="*/ 0 h 702766"/>
                    <a:gd name="connsiteX2" fmla="*/ 1101000 w 1171277"/>
                    <a:gd name="connsiteY2" fmla="*/ 0 h 702766"/>
                    <a:gd name="connsiteX3" fmla="*/ 1171277 w 1171277"/>
                    <a:gd name="connsiteY3" fmla="*/ 70277 h 702766"/>
                    <a:gd name="connsiteX4" fmla="*/ 1171277 w 1171277"/>
                    <a:gd name="connsiteY4" fmla="*/ 632489 h 702766"/>
                    <a:gd name="connsiteX5" fmla="*/ 1101000 w 1171277"/>
                    <a:gd name="connsiteY5" fmla="*/ 702766 h 702766"/>
                    <a:gd name="connsiteX6" fmla="*/ 70277 w 1171277"/>
                    <a:gd name="connsiteY6" fmla="*/ 702766 h 702766"/>
                    <a:gd name="connsiteX7" fmla="*/ 0 w 1171277"/>
                    <a:gd name="connsiteY7" fmla="*/ 632489 h 702766"/>
                    <a:gd name="connsiteX8" fmla="*/ 0 w 1171277"/>
                    <a:gd name="connsiteY8" fmla="*/ 70277 h 70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71277" h="702766">
                      <a:moveTo>
                        <a:pt x="0" y="70277"/>
                      </a:moveTo>
                      <a:cubicBezTo>
                        <a:pt x="0" y="31464"/>
                        <a:pt x="31464" y="0"/>
                        <a:pt x="70277" y="0"/>
                      </a:cubicBezTo>
                      <a:lnTo>
                        <a:pt x="1101000" y="0"/>
                      </a:lnTo>
                      <a:cubicBezTo>
                        <a:pt x="1139813" y="0"/>
                        <a:pt x="1171277" y="31464"/>
                        <a:pt x="1171277" y="70277"/>
                      </a:cubicBezTo>
                      <a:lnTo>
                        <a:pt x="1171277" y="632489"/>
                      </a:lnTo>
                      <a:cubicBezTo>
                        <a:pt x="1171277" y="671302"/>
                        <a:pt x="1139813" y="702766"/>
                        <a:pt x="1101000" y="702766"/>
                      </a:cubicBezTo>
                      <a:lnTo>
                        <a:pt x="70277" y="702766"/>
                      </a:lnTo>
                      <a:cubicBezTo>
                        <a:pt x="31464" y="702766"/>
                        <a:pt x="0" y="671302"/>
                        <a:pt x="0" y="632489"/>
                      </a:cubicBezTo>
                      <a:lnTo>
                        <a:pt x="0" y="702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31073" tIns="131073" rIns="131073" bIns="131073" numCol="1" spcCol="1270" anchor="ctr" anchorCtr="0">
                  <a:noAutofit/>
                </a:bodyPr>
                <a:lstStyle/>
                <a:p>
                  <a:pPr algn="ctr" defTabSz="967105"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000"/>
                </a:p>
              </p:txBody>
            </p:sp>
            <p:sp>
              <p:nvSpPr>
                <p:cNvPr id="17" name="任意多边形 16"/>
                <p:cNvSpPr/>
                <p:nvPr/>
              </p:nvSpPr>
              <p:spPr>
                <a:xfrm>
                  <a:off x="2286916" y="1575389"/>
                  <a:ext cx="322958" cy="377800"/>
                </a:xfrm>
                <a:custGeom>
                  <a:avLst/>
                  <a:gdLst>
                    <a:gd name="connsiteX0" fmla="*/ 0 w 248310"/>
                    <a:gd name="connsiteY0" fmla="*/ 58095 h 290476"/>
                    <a:gd name="connsiteX1" fmla="*/ 124155 w 248310"/>
                    <a:gd name="connsiteY1" fmla="*/ 58095 h 290476"/>
                    <a:gd name="connsiteX2" fmla="*/ 124155 w 248310"/>
                    <a:gd name="connsiteY2" fmla="*/ 0 h 290476"/>
                    <a:gd name="connsiteX3" fmla="*/ 248310 w 248310"/>
                    <a:gd name="connsiteY3" fmla="*/ 145238 h 290476"/>
                    <a:gd name="connsiteX4" fmla="*/ 124155 w 248310"/>
                    <a:gd name="connsiteY4" fmla="*/ 290476 h 290476"/>
                    <a:gd name="connsiteX5" fmla="*/ 124155 w 248310"/>
                    <a:gd name="connsiteY5" fmla="*/ 232381 h 290476"/>
                    <a:gd name="connsiteX6" fmla="*/ 0 w 248310"/>
                    <a:gd name="connsiteY6" fmla="*/ 232381 h 290476"/>
                    <a:gd name="connsiteX7" fmla="*/ 0 w 248310"/>
                    <a:gd name="connsiteY7" fmla="*/ 58095 h 29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310" h="290476">
                      <a:moveTo>
                        <a:pt x="0" y="58095"/>
                      </a:moveTo>
                      <a:lnTo>
                        <a:pt x="124155" y="58095"/>
                      </a:lnTo>
                      <a:lnTo>
                        <a:pt x="124155" y="0"/>
                      </a:lnTo>
                      <a:lnTo>
                        <a:pt x="248310" y="145238"/>
                      </a:lnTo>
                      <a:lnTo>
                        <a:pt x="124155" y="290476"/>
                      </a:lnTo>
                      <a:lnTo>
                        <a:pt x="124155" y="232381"/>
                      </a:lnTo>
                      <a:lnTo>
                        <a:pt x="0" y="232381"/>
                      </a:lnTo>
                      <a:lnTo>
                        <a:pt x="0" y="5809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</p:spPr>
              <p:style>
                <a:ln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0" tIns="58095" rIns="74493" bIns="58095" numCol="1" spcCol="1270" anchor="ctr" anchorCtr="0">
                  <a:noAutofit/>
                </a:bodyPr>
                <a:lstStyle/>
                <a:p>
                  <a:pPr algn="ctr" defTabSz="400050"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800"/>
                </a:p>
              </p:txBody>
            </p:sp>
            <p:sp>
              <p:nvSpPr>
                <p:cNvPr id="18" name="任意多边形 17"/>
                <p:cNvSpPr/>
                <p:nvPr/>
              </p:nvSpPr>
              <p:spPr>
                <a:xfrm>
                  <a:off x="2739363" y="1307273"/>
                  <a:ext cx="1523389" cy="914033"/>
                </a:xfrm>
                <a:custGeom>
                  <a:avLst/>
                  <a:gdLst>
                    <a:gd name="connsiteX0" fmla="*/ 0 w 1171277"/>
                    <a:gd name="connsiteY0" fmla="*/ 70277 h 702766"/>
                    <a:gd name="connsiteX1" fmla="*/ 70277 w 1171277"/>
                    <a:gd name="connsiteY1" fmla="*/ 0 h 702766"/>
                    <a:gd name="connsiteX2" fmla="*/ 1101000 w 1171277"/>
                    <a:gd name="connsiteY2" fmla="*/ 0 h 702766"/>
                    <a:gd name="connsiteX3" fmla="*/ 1171277 w 1171277"/>
                    <a:gd name="connsiteY3" fmla="*/ 70277 h 702766"/>
                    <a:gd name="connsiteX4" fmla="*/ 1171277 w 1171277"/>
                    <a:gd name="connsiteY4" fmla="*/ 632489 h 702766"/>
                    <a:gd name="connsiteX5" fmla="*/ 1101000 w 1171277"/>
                    <a:gd name="connsiteY5" fmla="*/ 702766 h 702766"/>
                    <a:gd name="connsiteX6" fmla="*/ 70277 w 1171277"/>
                    <a:gd name="connsiteY6" fmla="*/ 702766 h 702766"/>
                    <a:gd name="connsiteX7" fmla="*/ 0 w 1171277"/>
                    <a:gd name="connsiteY7" fmla="*/ 632489 h 702766"/>
                    <a:gd name="connsiteX8" fmla="*/ 0 w 1171277"/>
                    <a:gd name="connsiteY8" fmla="*/ 70277 h 70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71277" h="702766">
                      <a:moveTo>
                        <a:pt x="0" y="70277"/>
                      </a:moveTo>
                      <a:cubicBezTo>
                        <a:pt x="0" y="31464"/>
                        <a:pt x="31464" y="0"/>
                        <a:pt x="70277" y="0"/>
                      </a:cubicBezTo>
                      <a:lnTo>
                        <a:pt x="1101000" y="0"/>
                      </a:lnTo>
                      <a:cubicBezTo>
                        <a:pt x="1139813" y="0"/>
                        <a:pt x="1171277" y="31464"/>
                        <a:pt x="1171277" y="70277"/>
                      </a:cubicBezTo>
                      <a:lnTo>
                        <a:pt x="1171277" y="632489"/>
                      </a:lnTo>
                      <a:cubicBezTo>
                        <a:pt x="1171277" y="671302"/>
                        <a:pt x="1139813" y="702766"/>
                        <a:pt x="1101000" y="702766"/>
                      </a:cubicBezTo>
                      <a:lnTo>
                        <a:pt x="70277" y="702766"/>
                      </a:lnTo>
                      <a:cubicBezTo>
                        <a:pt x="31464" y="702766"/>
                        <a:pt x="0" y="671302"/>
                        <a:pt x="0" y="632489"/>
                      </a:cubicBezTo>
                      <a:lnTo>
                        <a:pt x="0" y="702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34883" tIns="134883" rIns="134883" bIns="134883" numCol="1" spcCol="1270" anchor="ctr" anchorCtr="0">
                  <a:noAutofit/>
                </a:bodyPr>
                <a:lstStyle/>
                <a:p>
                  <a:pPr algn="ctr" defTabSz="1000125"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000"/>
                </a:p>
              </p:txBody>
            </p:sp>
            <p:sp>
              <p:nvSpPr>
                <p:cNvPr id="19" name="任意多边形 18"/>
                <p:cNvSpPr/>
                <p:nvPr/>
              </p:nvSpPr>
              <p:spPr>
                <a:xfrm>
                  <a:off x="4419662" y="1575389"/>
                  <a:ext cx="322958" cy="377800"/>
                </a:xfrm>
                <a:custGeom>
                  <a:avLst/>
                  <a:gdLst>
                    <a:gd name="connsiteX0" fmla="*/ 0 w 248310"/>
                    <a:gd name="connsiteY0" fmla="*/ 58095 h 290476"/>
                    <a:gd name="connsiteX1" fmla="*/ 124155 w 248310"/>
                    <a:gd name="connsiteY1" fmla="*/ 58095 h 290476"/>
                    <a:gd name="connsiteX2" fmla="*/ 124155 w 248310"/>
                    <a:gd name="connsiteY2" fmla="*/ 0 h 290476"/>
                    <a:gd name="connsiteX3" fmla="*/ 248310 w 248310"/>
                    <a:gd name="connsiteY3" fmla="*/ 145238 h 290476"/>
                    <a:gd name="connsiteX4" fmla="*/ 124155 w 248310"/>
                    <a:gd name="connsiteY4" fmla="*/ 290476 h 290476"/>
                    <a:gd name="connsiteX5" fmla="*/ 124155 w 248310"/>
                    <a:gd name="connsiteY5" fmla="*/ 232381 h 290476"/>
                    <a:gd name="connsiteX6" fmla="*/ 0 w 248310"/>
                    <a:gd name="connsiteY6" fmla="*/ 232381 h 290476"/>
                    <a:gd name="connsiteX7" fmla="*/ 0 w 248310"/>
                    <a:gd name="connsiteY7" fmla="*/ 58095 h 29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310" h="290476">
                      <a:moveTo>
                        <a:pt x="0" y="58095"/>
                      </a:moveTo>
                      <a:lnTo>
                        <a:pt x="124155" y="58095"/>
                      </a:lnTo>
                      <a:lnTo>
                        <a:pt x="124155" y="0"/>
                      </a:lnTo>
                      <a:lnTo>
                        <a:pt x="248310" y="145238"/>
                      </a:lnTo>
                      <a:lnTo>
                        <a:pt x="124155" y="290476"/>
                      </a:lnTo>
                      <a:lnTo>
                        <a:pt x="124155" y="232381"/>
                      </a:lnTo>
                      <a:lnTo>
                        <a:pt x="0" y="232381"/>
                      </a:lnTo>
                      <a:lnTo>
                        <a:pt x="0" y="5809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</p:spPr>
              <p:style>
                <a:ln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0" tIns="58095" rIns="74493" bIns="58095" numCol="1" spcCol="1270" anchor="ctr" anchorCtr="0">
                  <a:noAutofit/>
                </a:bodyPr>
                <a:lstStyle/>
                <a:p>
                  <a:pPr algn="ctr" defTabSz="400050"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800"/>
                </a:p>
              </p:txBody>
            </p:sp>
            <p:sp>
              <p:nvSpPr>
                <p:cNvPr id="20" name="任意多边形 19"/>
                <p:cNvSpPr/>
                <p:nvPr/>
              </p:nvSpPr>
              <p:spPr>
                <a:xfrm>
                  <a:off x="4881250" y="1307273"/>
                  <a:ext cx="1523389" cy="914033"/>
                </a:xfrm>
                <a:custGeom>
                  <a:avLst/>
                  <a:gdLst>
                    <a:gd name="connsiteX0" fmla="*/ 0 w 1171277"/>
                    <a:gd name="connsiteY0" fmla="*/ 70277 h 702766"/>
                    <a:gd name="connsiteX1" fmla="*/ 70277 w 1171277"/>
                    <a:gd name="connsiteY1" fmla="*/ 0 h 702766"/>
                    <a:gd name="connsiteX2" fmla="*/ 1101000 w 1171277"/>
                    <a:gd name="connsiteY2" fmla="*/ 0 h 702766"/>
                    <a:gd name="connsiteX3" fmla="*/ 1171277 w 1171277"/>
                    <a:gd name="connsiteY3" fmla="*/ 70277 h 702766"/>
                    <a:gd name="connsiteX4" fmla="*/ 1171277 w 1171277"/>
                    <a:gd name="connsiteY4" fmla="*/ 632489 h 702766"/>
                    <a:gd name="connsiteX5" fmla="*/ 1101000 w 1171277"/>
                    <a:gd name="connsiteY5" fmla="*/ 702766 h 702766"/>
                    <a:gd name="connsiteX6" fmla="*/ 70277 w 1171277"/>
                    <a:gd name="connsiteY6" fmla="*/ 702766 h 702766"/>
                    <a:gd name="connsiteX7" fmla="*/ 0 w 1171277"/>
                    <a:gd name="connsiteY7" fmla="*/ 632489 h 702766"/>
                    <a:gd name="connsiteX8" fmla="*/ 0 w 1171277"/>
                    <a:gd name="connsiteY8" fmla="*/ 70277 h 70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71277" h="702766">
                      <a:moveTo>
                        <a:pt x="0" y="70277"/>
                      </a:moveTo>
                      <a:cubicBezTo>
                        <a:pt x="0" y="31464"/>
                        <a:pt x="31464" y="0"/>
                        <a:pt x="70277" y="0"/>
                      </a:cubicBezTo>
                      <a:lnTo>
                        <a:pt x="1101000" y="0"/>
                      </a:lnTo>
                      <a:cubicBezTo>
                        <a:pt x="1139813" y="0"/>
                        <a:pt x="1171277" y="31464"/>
                        <a:pt x="1171277" y="70277"/>
                      </a:cubicBezTo>
                      <a:lnTo>
                        <a:pt x="1171277" y="632489"/>
                      </a:lnTo>
                      <a:cubicBezTo>
                        <a:pt x="1171277" y="671302"/>
                        <a:pt x="1139813" y="702766"/>
                        <a:pt x="1101000" y="702766"/>
                      </a:cubicBezTo>
                      <a:lnTo>
                        <a:pt x="70277" y="702766"/>
                      </a:lnTo>
                      <a:cubicBezTo>
                        <a:pt x="31464" y="702766"/>
                        <a:pt x="0" y="671302"/>
                        <a:pt x="0" y="632489"/>
                      </a:cubicBezTo>
                      <a:lnTo>
                        <a:pt x="0" y="702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31073" tIns="131073" rIns="131073" bIns="131073" numCol="1" spcCol="1270" anchor="ctr" anchorCtr="0">
                  <a:noAutofit/>
                </a:bodyPr>
                <a:lstStyle/>
                <a:p>
                  <a:pPr algn="ctr" defTabSz="967105"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000"/>
                </a:p>
              </p:txBody>
            </p:sp>
            <p:sp>
              <p:nvSpPr>
                <p:cNvPr id="21" name="任意多边形 20"/>
                <p:cNvSpPr/>
                <p:nvPr/>
              </p:nvSpPr>
              <p:spPr>
                <a:xfrm>
                  <a:off x="6552407" y="1575389"/>
                  <a:ext cx="322958" cy="377800"/>
                </a:xfrm>
                <a:custGeom>
                  <a:avLst/>
                  <a:gdLst>
                    <a:gd name="connsiteX0" fmla="*/ 0 w 248310"/>
                    <a:gd name="connsiteY0" fmla="*/ 58095 h 290476"/>
                    <a:gd name="connsiteX1" fmla="*/ 124155 w 248310"/>
                    <a:gd name="connsiteY1" fmla="*/ 58095 h 290476"/>
                    <a:gd name="connsiteX2" fmla="*/ 124155 w 248310"/>
                    <a:gd name="connsiteY2" fmla="*/ 0 h 290476"/>
                    <a:gd name="connsiteX3" fmla="*/ 248310 w 248310"/>
                    <a:gd name="connsiteY3" fmla="*/ 145238 h 290476"/>
                    <a:gd name="connsiteX4" fmla="*/ 124155 w 248310"/>
                    <a:gd name="connsiteY4" fmla="*/ 290476 h 290476"/>
                    <a:gd name="connsiteX5" fmla="*/ 124155 w 248310"/>
                    <a:gd name="connsiteY5" fmla="*/ 232381 h 290476"/>
                    <a:gd name="connsiteX6" fmla="*/ 0 w 248310"/>
                    <a:gd name="connsiteY6" fmla="*/ 232381 h 290476"/>
                    <a:gd name="connsiteX7" fmla="*/ 0 w 248310"/>
                    <a:gd name="connsiteY7" fmla="*/ 58095 h 29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8310" h="290476">
                      <a:moveTo>
                        <a:pt x="0" y="58095"/>
                      </a:moveTo>
                      <a:lnTo>
                        <a:pt x="124155" y="58095"/>
                      </a:lnTo>
                      <a:lnTo>
                        <a:pt x="124155" y="0"/>
                      </a:lnTo>
                      <a:lnTo>
                        <a:pt x="248310" y="145238"/>
                      </a:lnTo>
                      <a:lnTo>
                        <a:pt x="124155" y="290476"/>
                      </a:lnTo>
                      <a:lnTo>
                        <a:pt x="124155" y="232381"/>
                      </a:lnTo>
                      <a:lnTo>
                        <a:pt x="0" y="232381"/>
                      </a:lnTo>
                      <a:lnTo>
                        <a:pt x="0" y="5809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</p:spPr>
              <p:style>
                <a:ln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tint val="6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0" tIns="58095" rIns="74493" bIns="58095" numCol="1" spcCol="1270" anchor="ctr" anchorCtr="0">
                  <a:noAutofit/>
                </a:bodyPr>
                <a:lstStyle/>
                <a:p>
                  <a:pPr algn="ctr" defTabSz="400050"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800"/>
                </a:p>
              </p:txBody>
            </p:sp>
            <p:sp>
              <p:nvSpPr>
                <p:cNvPr id="22" name="任意多边形 21"/>
                <p:cNvSpPr/>
                <p:nvPr/>
              </p:nvSpPr>
              <p:spPr>
                <a:xfrm>
                  <a:off x="7004854" y="1307273"/>
                  <a:ext cx="1523389" cy="914033"/>
                </a:xfrm>
                <a:custGeom>
                  <a:avLst/>
                  <a:gdLst>
                    <a:gd name="connsiteX0" fmla="*/ 0 w 1171277"/>
                    <a:gd name="connsiteY0" fmla="*/ 70277 h 702766"/>
                    <a:gd name="connsiteX1" fmla="*/ 70277 w 1171277"/>
                    <a:gd name="connsiteY1" fmla="*/ 0 h 702766"/>
                    <a:gd name="connsiteX2" fmla="*/ 1101000 w 1171277"/>
                    <a:gd name="connsiteY2" fmla="*/ 0 h 702766"/>
                    <a:gd name="connsiteX3" fmla="*/ 1171277 w 1171277"/>
                    <a:gd name="connsiteY3" fmla="*/ 70277 h 702766"/>
                    <a:gd name="connsiteX4" fmla="*/ 1171277 w 1171277"/>
                    <a:gd name="connsiteY4" fmla="*/ 632489 h 702766"/>
                    <a:gd name="connsiteX5" fmla="*/ 1101000 w 1171277"/>
                    <a:gd name="connsiteY5" fmla="*/ 702766 h 702766"/>
                    <a:gd name="connsiteX6" fmla="*/ 70277 w 1171277"/>
                    <a:gd name="connsiteY6" fmla="*/ 702766 h 702766"/>
                    <a:gd name="connsiteX7" fmla="*/ 0 w 1171277"/>
                    <a:gd name="connsiteY7" fmla="*/ 632489 h 702766"/>
                    <a:gd name="connsiteX8" fmla="*/ 0 w 1171277"/>
                    <a:gd name="connsiteY8" fmla="*/ 70277 h 70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71277" h="702766">
                      <a:moveTo>
                        <a:pt x="0" y="70277"/>
                      </a:moveTo>
                      <a:cubicBezTo>
                        <a:pt x="0" y="31464"/>
                        <a:pt x="31464" y="0"/>
                        <a:pt x="70277" y="0"/>
                      </a:cubicBezTo>
                      <a:lnTo>
                        <a:pt x="1101000" y="0"/>
                      </a:lnTo>
                      <a:cubicBezTo>
                        <a:pt x="1139813" y="0"/>
                        <a:pt x="1171277" y="31464"/>
                        <a:pt x="1171277" y="70277"/>
                      </a:cubicBezTo>
                      <a:lnTo>
                        <a:pt x="1171277" y="632489"/>
                      </a:lnTo>
                      <a:cubicBezTo>
                        <a:pt x="1171277" y="671302"/>
                        <a:pt x="1139813" y="702766"/>
                        <a:pt x="1101000" y="702766"/>
                      </a:cubicBezTo>
                      <a:lnTo>
                        <a:pt x="70277" y="702766"/>
                      </a:lnTo>
                      <a:cubicBezTo>
                        <a:pt x="31464" y="702766"/>
                        <a:pt x="0" y="671302"/>
                        <a:pt x="0" y="632489"/>
                      </a:cubicBezTo>
                      <a:lnTo>
                        <a:pt x="0" y="702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31073" tIns="131073" rIns="131073" bIns="131073" numCol="1" spcCol="1270" anchor="ctr" anchorCtr="0">
                  <a:noAutofit/>
                </a:bodyPr>
                <a:lstStyle/>
                <a:p>
                  <a:pPr algn="ctr" defTabSz="967105"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000"/>
                </a:p>
              </p:txBody>
            </p:sp>
            <p:sp>
              <p:nvSpPr>
                <p:cNvPr id="23" name="文本框 20"/>
                <p:cNvSpPr txBox="1"/>
                <p:nvPr/>
              </p:nvSpPr>
              <p:spPr>
                <a:xfrm>
                  <a:off x="615756" y="1545350"/>
                  <a:ext cx="1514251" cy="4563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01 </a:t>
                  </a:r>
                  <a:r>
                    <a:rPr lang="zh-CN" altLang="en-US" sz="12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输入内容</a:t>
                  </a:r>
                  <a:endParaRPr lang="zh-CN" altLang="en-US" sz="12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" name="文本框 21"/>
                <p:cNvSpPr txBox="1"/>
                <p:nvPr/>
              </p:nvSpPr>
              <p:spPr>
                <a:xfrm>
                  <a:off x="2743932" y="1545350"/>
                  <a:ext cx="1514251" cy="4563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02 </a:t>
                  </a:r>
                  <a:r>
                    <a:rPr lang="zh-CN" altLang="en-US" sz="12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输入</a:t>
                  </a:r>
                  <a:r>
                    <a:rPr lang="zh-CN" altLang="en-US" sz="12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内容</a:t>
                  </a:r>
                  <a:endParaRPr lang="zh-CN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" name="文本框 22"/>
                <p:cNvSpPr txBox="1"/>
                <p:nvPr/>
              </p:nvSpPr>
              <p:spPr>
                <a:xfrm>
                  <a:off x="4885819" y="1532932"/>
                  <a:ext cx="1514251" cy="4563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03 </a:t>
                  </a:r>
                  <a:r>
                    <a:rPr lang="zh-CN" altLang="en-US" sz="12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输入</a:t>
                  </a:r>
                  <a:r>
                    <a:rPr lang="zh-CN" altLang="en-US" sz="12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内容</a:t>
                  </a:r>
                  <a:endParaRPr lang="zh-CN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" name="文本框 23"/>
                <p:cNvSpPr txBox="1"/>
                <p:nvPr/>
              </p:nvSpPr>
              <p:spPr>
                <a:xfrm>
                  <a:off x="7009423" y="1545350"/>
                  <a:ext cx="1514251" cy="4563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04 </a:t>
                  </a:r>
                  <a:r>
                    <a:rPr lang="zh-CN" altLang="en-US" sz="12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输入内容</a:t>
                  </a:r>
                  <a:endParaRPr lang="zh-CN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5" name="任意多边形 44"/>
              <p:cNvSpPr/>
              <p:nvPr/>
            </p:nvSpPr>
            <p:spPr>
              <a:xfrm>
                <a:off x="9130973" y="1641253"/>
                <a:ext cx="322958" cy="377800"/>
              </a:xfrm>
              <a:custGeom>
                <a:avLst/>
                <a:gdLst>
                  <a:gd name="connsiteX0" fmla="*/ 0 w 248310"/>
                  <a:gd name="connsiteY0" fmla="*/ 58095 h 290476"/>
                  <a:gd name="connsiteX1" fmla="*/ 124155 w 248310"/>
                  <a:gd name="connsiteY1" fmla="*/ 58095 h 290476"/>
                  <a:gd name="connsiteX2" fmla="*/ 124155 w 248310"/>
                  <a:gd name="connsiteY2" fmla="*/ 0 h 290476"/>
                  <a:gd name="connsiteX3" fmla="*/ 248310 w 248310"/>
                  <a:gd name="connsiteY3" fmla="*/ 145238 h 290476"/>
                  <a:gd name="connsiteX4" fmla="*/ 124155 w 248310"/>
                  <a:gd name="connsiteY4" fmla="*/ 290476 h 290476"/>
                  <a:gd name="connsiteX5" fmla="*/ 124155 w 248310"/>
                  <a:gd name="connsiteY5" fmla="*/ 232381 h 290476"/>
                  <a:gd name="connsiteX6" fmla="*/ 0 w 248310"/>
                  <a:gd name="connsiteY6" fmla="*/ 232381 h 290476"/>
                  <a:gd name="connsiteX7" fmla="*/ 0 w 248310"/>
                  <a:gd name="connsiteY7" fmla="*/ 58095 h 29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8310" h="290476">
                    <a:moveTo>
                      <a:pt x="0" y="58095"/>
                    </a:moveTo>
                    <a:lnTo>
                      <a:pt x="124155" y="58095"/>
                    </a:lnTo>
                    <a:lnTo>
                      <a:pt x="124155" y="0"/>
                    </a:lnTo>
                    <a:lnTo>
                      <a:pt x="248310" y="145238"/>
                    </a:lnTo>
                    <a:lnTo>
                      <a:pt x="124155" y="290476"/>
                    </a:lnTo>
                    <a:lnTo>
                      <a:pt x="124155" y="232381"/>
                    </a:lnTo>
                    <a:lnTo>
                      <a:pt x="0" y="232381"/>
                    </a:lnTo>
                    <a:lnTo>
                      <a:pt x="0" y="58095"/>
                    </a:lnTo>
                    <a:close/>
                  </a:path>
                </a:pathLst>
              </a:custGeom>
              <a:solidFill>
                <a:schemeClr val="accent2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0" tIns="58095" rIns="74493" bIns="58095" numCol="1" spcCol="1270" anchor="ctr" anchorCtr="0">
                <a:noAutofit/>
              </a:bodyPr>
              <a:lstStyle/>
              <a:p>
                <a:pPr algn="ctr" defTabSz="400050"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800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>
                <a:off x="9583420" y="1373137"/>
                <a:ext cx="1523389" cy="914033"/>
              </a:xfrm>
              <a:custGeom>
                <a:avLst/>
                <a:gdLst>
                  <a:gd name="connsiteX0" fmla="*/ 0 w 1171277"/>
                  <a:gd name="connsiteY0" fmla="*/ 70277 h 702766"/>
                  <a:gd name="connsiteX1" fmla="*/ 70277 w 1171277"/>
                  <a:gd name="connsiteY1" fmla="*/ 0 h 702766"/>
                  <a:gd name="connsiteX2" fmla="*/ 1101000 w 1171277"/>
                  <a:gd name="connsiteY2" fmla="*/ 0 h 702766"/>
                  <a:gd name="connsiteX3" fmla="*/ 1171277 w 1171277"/>
                  <a:gd name="connsiteY3" fmla="*/ 70277 h 702766"/>
                  <a:gd name="connsiteX4" fmla="*/ 1171277 w 1171277"/>
                  <a:gd name="connsiteY4" fmla="*/ 632489 h 702766"/>
                  <a:gd name="connsiteX5" fmla="*/ 1101000 w 1171277"/>
                  <a:gd name="connsiteY5" fmla="*/ 702766 h 702766"/>
                  <a:gd name="connsiteX6" fmla="*/ 70277 w 1171277"/>
                  <a:gd name="connsiteY6" fmla="*/ 702766 h 702766"/>
                  <a:gd name="connsiteX7" fmla="*/ 0 w 1171277"/>
                  <a:gd name="connsiteY7" fmla="*/ 632489 h 702766"/>
                  <a:gd name="connsiteX8" fmla="*/ 0 w 1171277"/>
                  <a:gd name="connsiteY8" fmla="*/ 70277 h 702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1277" h="702766">
                    <a:moveTo>
                      <a:pt x="0" y="70277"/>
                    </a:moveTo>
                    <a:cubicBezTo>
                      <a:pt x="0" y="31464"/>
                      <a:pt x="31464" y="0"/>
                      <a:pt x="70277" y="0"/>
                    </a:cubicBezTo>
                    <a:lnTo>
                      <a:pt x="1101000" y="0"/>
                    </a:lnTo>
                    <a:cubicBezTo>
                      <a:pt x="1139813" y="0"/>
                      <a:pt x="1171277" y="31464"/>
                      <a:pt x="1171277" y="70277"/>
                    </a:cubicBezTo>
                    <a:lnTo>
                      <a:pt x="1171277" y="632489"/>
                    </a:lnTo>
                    <a:cubicBezTo>
                      <a:pt x="1171277" y="671302"/>
                      <a:pt x="1139813" y="702766"/>
                      <a:pt x="1101000" y="702766"/>
                    </a:cubicBezTo>
                    <a:lnTo>
                      <a:pt x="70277" y="702766"/>
                    </a:lnTo>
                    <a:cubicBezTo>
                      <a:pt x="31464" y="702766"/>
                      <a:pt x="0" y="671302"/>
                      <a:pt x="0" y="632489"/>
                    </a:cubicBezTo>
                    <a:lnTo>
                      <a:pt x="0" y="70277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31073" tIns="131073" rIns="131073" bIns="131073" numCol="1" spcCol="1270" anchor="ctr" anchorCtr="0">
                <a:noAutofit/>
              </a:bodyPr>
              <a:lstStyle/>
              <a:p>
                <a:pPr algn="ctr" defTabSz="967105"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2000"/>
              </a:p>
            </p:txBody>
          </p:sp>
        </p:grpSp>
        <p:sp>
          <p:nvSpPr>
            <p:cNvPr id="47" name="文本框 23"/>
            <p:cNvSpPr txBox="1"/>
            <p:nvPr/>
          </p:nvSpPr>
          <p:spPr>
            <a:xfrm>
              <a:off x="7194419" y="1203871"/>
              <a:ext cx="1135688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/>
              <a:r>
                <a:rPr lang="en-US" altLang="zh-CN" sz="1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05 </a:t>
              </a:r>
              <a:r>
                <a:rPr lang="zh-CN" altLang="en-US" sz="1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输入内容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任意多边形 30"/>
          <p:cNvSpPr/>
          <p:nvPr/>
        </p:nvSpPr>
        <p:spPr>
          <a:xfrm>
            <a:off x="6479126" y="2354579"/>
            <a:ext cx="772421" cy="566036"/>
          </a:xfrm>
          <a:custGeom>
            <a:avLst/>
            <a:gdLst>
              <a:gd name="connsiteX0" fmla="*/ 0 w 792480"/>
              <a:gd name="connsiteY0" fmla="*/ 435864 h 792480"/>
              <a:gd name="connsiteX1" fmla="*/ 178308 w 792480"/>
              <a:gd name="connsiteY1" fmla="*/ 435864 h 792480"/>
              <a:gd name="connsiteX2" fmla="*/ 178308 w 792480"/>
              <a:gd name="connsiteY2" fmla="*/ 0 h 792480"/>
              <a:gd name="connsiteX3" fmla="*/ 614172 w 792480"/>
              <a:gd name="connsiteY3" fmla="*/ 0 h 792480"/>
              <a:gd name="connsiteX4" fmla="*/ 614172 w 792480"/>
              <a:gd name="connsiteY4" fmla="*/ 435864 h 792480"/>
              <a:gd name="connsiteX5" fmla="*/ 792480 w 792480"/>
              <a:gd name="connsiteY5" fmla="*/ 435864 h 792480"/>
              <a:gd name="connsiteX6" fmla="*/ 396240 w 792480"/>
              <a:gd name="connsiteY6" fmla="*/ 792480 h 792480"/>
              <a:gd name="connsiteX7" fmla="*/ 0 w 792480"/>
              <a:gd name="connsiteY7" fmla="*/ 435864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480" h="792480">
                <a:moveTo>
                  <a:pt x="0" y="435864"/>
                </a:moveTo>
                <a:lnTo>
                  <a:pt x="178308" y="435864"/>
                </a:lnTo>
                <a:lnTo>
                  <a:pt x="178308" y="0"/>
                </a:lnTo>
                <a:lnTo>
                  <a:pt x="614172" y="0"/>
                </a:lnTo>
                <a:lnTo>
                  <a:pt x="614172" y="435864"/>
                </a:lnTo>
                <a:lnTo>
                  <a:pt x="792480" y="435864"/>
                </a:lnTo>
                <a:lnTo>
                  <a:pt x="396240" y="792480"/>
                </a:lnTo>
                <a:lnTo>
                  <a:pt x="0" y="4358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8021" tIns="34290" rIns="168021" bIns="181394" numCol="1" spcCol="953" anchor="ctr" anchorCtr="0">
            <a:noAutofit/>
          </a:bodyPr>
          <a:lstStyle/>
          <a:p>
            <a:pPr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700"/>
          </a:p>
        </p:txBody>
      </p:sp>
      <p:sp>
        <p:nvSpPr>
          <p:cNvPr id="32" name="任意多边形 31"/>
          <p:cNvSpPr/>
          <p:nvPr/>
        </p:nvSpPr>
        <p:spPr>
          <a:xfrm>
            <a:off x="6902655" y="3338974"/>
            <a:ext cx="772421" cy="566036"/>
          </a:xfrm>
          <a:custGeom>
            <a:avLst/>
            <a:gdLst>
              <a:gd name="connsiteX0" fmla="*/ 0 w 792480"/>
              <a:gd name="connsiteY0" fmla="*/ 435864 h 792480"/>
              <a:gd name="connsiteX1" fmla="*/ 178308 w 792480"/>
              <a:gd name="connsiteY1" fmla="*/ 435864 h 792480"/>
              <a:gd name="connsiteX2" fmla="*/ 178308 w 792480"/>
              <a:gd name="connsiteY2" fmla="*/ 0 h 792480"/>
              <a:gd name="connsiteX3" fmla="*/ 614172 w 792480"/>
              <a:gd name="connsiteY3" fmla="*/ 0 h 792480"/>
              <a:gd name="connsiteX4" fmla="*/ 614172 w 792480"/>
              <a:gd name="connsiteY4" fmla="*/ 435864 h 792480"/>
              <a:gd name="connsiteX5" fmla="*/ 792480 w 792480"/>
              <a:gd name="connsiteY5" fmla="*/ 435864 h 792480"/>
              <a:gd name="connsiteX6" fmla="*/ 396240 w 792480"/>
              <a:gd name="connsiteY6" fmla="*/ 792480 h 792480"/>
              <a:gd name="connsiteX7" fmla="*/ 0 w 792480"/>
              <a:gd name="connsiteY7" fmla="*/ 435864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480" h="792480">
                <a:moveTo>
                  <a:pt x="0" y="435864"/>
                </a:moveTo>
                <a:lnTo>
                  <a:pt x="178308" y="435864"/>
                </a:lnTo>
                <a:lnTo>
                  <a:pt x="178308" y="0"/>
                </a:lnTo>
                <a:lnTo>
                  <a:pt x="614172" y="0"/>
                </a:lnTo>
                <a:lnTo>
                  <a:pt x="614172" y="435864"/>
                </a:lnTo>
                <a:lnTo>
                  <a:pt x="792480" y="435864"/>
                </a:lnTo>
                <a:lnTo>
                  <a:pt x="396240" y="792480"/>
                </a:lnTo>
                <a:lnTo>
                  <a:pt x="0" y="4358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8021" tIns="34290" rIns="168021" bIns="181394" numCol="1" spcCol="953" anchor="ctr" anchorCtr="0">
            <a:noAutofit/>
          </a:bodyPr>
          <a:lstStyle/>
          <a:p>
            <a:pPr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700"/>
          </a:p>
        </p:txBody>
      </p:sp>
      <p:sp>
        <p:nvSpPr>
          <p:cNvPr id="33" name="矩形 46"/>
          <p:cNvSpPr>
            <a:spLocks noChangeArrowheads="1"/>
          </p:cNvSpPr>
          <p:nvPr/>
        </p:nvSpPr>
        <p:spPr bwMode="auto">
          <a:xfrm>
            <a:off x="476188" y="177842"/>
            <a:ext cx="7140575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理论基础与文献综述</a:t>
            </a: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   </a:t>
            </a:r>
            <a:r>
              <a:rPr lang="zh-CN" altLang="en-US" sz="2400" b="1" dirty="0" smtClean="0">
                <a:solidFill>
                  <a:schemeClr val="accent1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（重要就写，不重要就不写）</a:t>
            </a:r>
            <a:endParaRPr lang="zh-CN" altLang="en-US" sz="2400" b="1" dirty="0" smtClean="0">
              <a:solidFill>
                <a:schemeClr val="accent1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34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/>
      <p:bldP spid="34" grpId="0" animBg="1"/>
    </p:bldLst>
  </p:timing>
</p:sld>
</file>

<file path=ppt/tags/tag1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A000120140627A33KPBG</Template>
  <TotalTime>0</TotalTime>
  <Words>1006</Words>
  <Application>WPS 演示</Application>
  <PresentationFormat>On-screen Show (16:9)</PresentationFormat>
  <Paragraphs>78</Paragraphs>
  <Slides>5</Slides>
  <Notes>39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 Black</vt:lpstr>
      <vt:lpstr>Wingdings 2</vt:lpstr>
      <vt:lpstr>Wingdings</vt:lpstr>
      <vt:lpstr>幼圆</vt:lpstr>
      <vt:lpstr>Calibri</vt:lpstr>
      <vt:lpstr>Calibri</vt:lpstr>
      <vt:lpstr>Agency FB</vt:lpstr>
      <vt:lpstr>Trebuchet MS</vt:lpstr>
      <vt:lpstr>Times New Roman</vt:lpstr>
      <vt:lpstr>Swiss911 UCm BT</vt:lpstr>
      <vt:lpstr>Impact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阿斌哥</cp:lastModifiedBy>
  <cp:revision>11</cp:revision>
  <dcterms:created xsi:type="dcterms:W3CDTF">2022-02-18T23:59:00Z</dcterms:created>
  <dcterms:modified xsi:type="dcterms:W3CDTF">2026-01-21T00:19:02Z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5BA3F6AB1EA94652A0A33DB50B4D9744</vt:lpwstr>
  </property>
  <property fmtid="{D5CDD505-2E9C-101B-9397-08002B2CF9AE}" pid="3" name="KSOProductBuildVer">
    <vt:lpwstr>2052-12.1.0.24657</vt:lpwstr>
  </property>
</Properties>
</file>